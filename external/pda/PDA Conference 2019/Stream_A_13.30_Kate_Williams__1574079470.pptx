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28"/>
  </p:handoutMasterIdLst>
  <p:sldIdLst>
    <p:sldId id="256" r:id="rId5"/>
    <p:sldId id="257" r:id="rId6"/>
    <p:sldId id="258" r:id="rId7"/>
    <p:sldId id="259" r:id="rId8"/>
    <p:sldId id="260" r:id="rId9"/>
    <p:sldId id="271" r:id="rId10"/>
    <p:sldId id="272" r:id="rId11"/>
    <p:sldId id="273" r:id="rId12"/>
    <p:sldId id="270" r:id="rId13"/>
    <p:sldId id="269" r:id="rId14"/>
    <p:sldId id="261" r:id="rId15"/>
    <p:sldId id="262" r:id="rId16"/>
    <p:sldId id="263" r:id="rId17"/>
    <p:sldId id="264" r:id="rId18"/>
    <p:sldId id="274" r:id="rId19"/>
    <p:sldId id="265" r:id="rId20"/>
    <p:sldId id="266" r:id="rId21"/>
    <p:sldId id="267" r:id="rId22"/>
    <p:sldId id="268" r:id="rId23"/>
    <p:sldId id="275" r:id="rId24"/>
    <p:sldId id="276" r:id="rId25"/>
    <p:sldId id="277" r:id="rId26"/>
    <p:sldId id="278" r:id="rId2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66FF33"/>
    <a:srgbClr val="DB39B1"/>
    <a:srgbClr val="420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75"/>
  </p:normalViewPr>
  <p:slideViewPr>
    <p:cSldViewPr snapToGrid="0" snapToObjects="1">
      <p:cViewPr varScale="1">
        <p:scale>
          <a:sx n="115" d="100"/>
          <a:sy n="115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90A5CD-D6FF-499D-B35A-F04BEAC10861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6C14B409-B64A-4895-9E07-4BF7912F56E7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Communication</a:t>
          </a:r>
          <a:endParaRPr lang="en-US" dirty="0"/>
        </a:p>
      </dgm:t>
    </dgm:pt>
    <dgm:pt modelId="{9F8064BC-6250-4303-A957-97A2BFFFEAA3}" type="parTrans" cxnId="{CD60D529-4651-40F3-B1CF-C37DED3EB5FD}">
      <dgm:prSet/>
      <dgm:spPr/>
      <dgm:t>
        <a:bodyPr/>
        <a:lstStyle/>
        <a:p>
          <a:endParaRPr lang="en-US"/>
        </a:p>
      </dgm:t>
    </dgm:pt>
    <dgm:pt modelId="{A59190AA-6596-4182-BB1D-FABEDE3634AF}" type="sibTrans" cxnId="{CD60D529-4651-40F3-B1CF-C37DED3EB5FD}">
      <dgm:prSet/>
      <dgm:spPr/>
      <dgm:t>
        <a:bodyPr/>
        <a:lstStyle/>
        <a:p>
          <a:endParaRPr lang="en-US"/>
        </a:p>
      </dgm:t>
    </dgm:pt>
    <dgm:pt modelId="{31C8A5D2-2CD4-4F25-906C-04434046481F}">
      <dgm:prSet phldrT="[Text]"/>
      <dgm:spPr/>
      <dgm:t>
        <a:bodyPr/>
        <a:lstStyle/>
        <a:p>
          <a:r>
            <a:rPr lang="en-US" dirty="0" smtClean="0"/>
            <a:t>Restrictive Routines</a:t>
          </a:r>
          <a:endParaRPr lang="en-US" dirty="0"/>
        </a:p>
      </dgm:t>
    </dgm:pt>
    <dgm:pt modelId="{725FBFEC-8E60-4F9D-B040-0174C9C52F61}" type="parTrans" cxnId="{D28AA5DC-F0F3-4121-A342-E12ECA06CEB0}">
      <dgm:prSet/>
      <dgm:spPr/>
      <dgm:t>
        <a:bodyPr/>
        <a:lstStyle/>
        <a:p>
          <a:endParaRPr lang="en-US"/>
        </a:p>
      </dgm:t>
    </dgm:pt>
    <dgm:pt modelId="{434D349B-C192-48E8-83B1-A25A7CE8E8BC}" type="sibTrans" cxnId="{D28AA5DC-F0F3-4121-A342-E12ECA06CEB0}">
      <dgm:prSet/>
      <dgm:spPr/>
      <dgm:t>
        <a:bodyPr/>
        <a:lstStyle/>
        <a:p>
          <a:endParaRPr lang="en-US"/>
        </a:p>
      </dgm:t>
    </dgm:pt>
    <dgm:pt modelId="{E7C2DDC0-84D6-4489-A667-228791CF187E}">
      <dgm:prSet phldrT="[Text]"/>
      <dgm:spPr/>
      <dgm:t>
        <a:bodyPr/>
        <a:lstStyle/>
        <a:p>
          <a:r>
            <a:rPr lang="en-US" dirty="0" smtClean="0"/>
            <a:t>Sensory Profile</a:t>
          </a:r>
          <a:endParaRPr lang="en-US" dirty="0"/>
        </a:p>
      </dgm:t>
    </dgm:pt>
    <dgm:pt modelId="{379F13FC-557F-48E7-838C-BA23829F445C}" type="parTrans" cxnId="{9BB11D6F-A11A-4AB2-82A7-ED5CD877F840}">
      <dgm:prSet/>
      <dgm:spPr/>
      <dgm:t>
        <a:bodyPr/>
        <a:lstStyle/>
        <a:p>
          <a:endParaRPr lang="en-US"/>
        </a:p>
      </dgm:t>
    </dgm:pt>
    <dgm:pt modelId="{A03DD0F3-47E6-4A6A-ACE6-B55AEEDCA358}" type="sibTrans" cxnId="{9BB11D6F-A11A-4AB2-82A7-ED5CD877F840}">
      <dgm:prSet/>
      <dgm:spPr/>
      <dgm:t>
        <a:bodyPr/>
        <a:lstStyle/>
        <a:p>
          <a:endParaRPr lang="en-US"/>
        </a:p>
      </dgm:t>
    </dgm:pt>
    <dgm:pt modelId="{B19E826A-16C3-4E8F-86BB-389B0F515B45}" type="pres">
      <dgm:prSet presAssocID="{0190A5CD-D6FF-499D-B35A-F04BEAC10861}" presName="compositeShape" presStyleCnt="0">
        <dgm:presLayoutVars>
          <dgm:chMax val="7"/>
          <dgm:dir/>
          <dgm:resizeHandles val="exact"/>
        </dgm:presLayoutVars>
      </dgm:prSet>
      <dgm:spPr/>
    </dgm:pt>
    <dgm:pt modelId="{10FDA32A-EC81-4092-AA5E-B0C4BE654F2F}" type="pres">
      <dgm:prSet presAssocID="{0190A5CD-D6FF-499D-B35A-F04BEAC10861}" presName="wedge1" presStyleLbl="node1" presStyleIdx="0" presStyleCnt="3"/>
      <dgm:spPr/>
      <dgm:t>
        <a:bodyPr/>
        <a:lstStyle/>
        <a:p>
          <a:endParaRPr lang="en-US"/>
        </a:p>
      </dgm:t>
    </dgm:pt>
    <dgm:pt modelId="{FB01BFE2-CCA6-460F-ADF1-F853C34EF39B}" type="pres">
      <dgm:prSet presAssocID="{0190A5CD-D6FF-499D-B35A-F04BEAC10861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62B35D-C269-4DDE-BF66-02A190ED120B}" type="pres">
      <dgm:prSet presAssocID="{0190A5CD-D6FF-499D-B35A-F04BEAC10861}" presName="wedge2" presStyleLbl="node1" presStyleIdx="1" presStyleCnt="3"/>
      <dgm:spPr/>
      <dgm:t>
        <a:bodyPr/>
        <a:lstStyle/>
        <a:p>
          <a:endParaRPr lang="en-US"/>
        </a:p>
      </dgm:t>
    </dgm:pt>
    <dgm:pt modelId="{4F2C40D1-4FFA-4A30-9939-27C16AEABB98}" type="pres">
      <dgm:prSet presAssocID="{0190A5CD-D6FF-499D-B35A-F04BEAC10861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039396-C6AD-44B5-AE36-0EA0E0EEFF20}" type="pres">
      <dgm:prSet presAssocID="{0190A5CD-D6FF-499D-B35A-F04BEAC10861}" presName="wedge3" presStyleLbl="node1" presStyleIdx="2" presStyleCnt="3"/>
      <dgm:spPr/>
      <dgm:t>
        <a:bodyPr/>
        <a:lstStyle/>
        <a:p>
          <a:endParaRPr lang="en-US"/>
        </a:p>
      </dgm:t>
    </dgm:pt>
    <dgm:pt modelId="{A0E1BFF7-EA17-4BE0-B99D-D3CFA766FFDC}" type="pres">
      <dgm:prSet presAssocID="{0190A5CD-D6FF-499D-B35A-F04BEAC10861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D6323D-12E4-41EE-AC9C-93E9F66C66C2}" type="presOf" srcId="{E7C2DDC0-84D6-4489-A667-228791CF187E}" destId="{CC039396-C6AD-44B5-AE36-0EA0E0EEFF20}" srcOrd="0" destOrd="0" presId="urn:microsoft.com/office/officeart/2005/8/layout/chart3"/>
    <dgm:cxn modelId="{D28AA5DC-F0F3-4121-A342-E12ECA06CEB0}" srcId="{0190A5CD-D6FF-499D-B35A-F04BEAC10861}" destId="{31C8A5D2-2CD4-4F25-906C-04434046481F}" srcOrd="1" destOrd="0" parTransId="{725FBFEC-8E60-4F9D-B040-0174C9C52F61}" sibTransId="{434D349B-C192-48E8-83B1-A25A7CE8E8BC}"/>
    <dgm:cxn modelId="{29A11C8B-C949-476F-BD16-A070AAB1B517}" type="presOf" srcId="{31C8A5D2-2CD4-4F25-906C-04434046481F}" destId="{FD62B35D-C269-4DDE-BF66-02A190ED120B}" srcOrd="0" destOrd="0" presId="urn:microsoft.com/office/officeart/2005/8/layout/chart3"/>
    <dgm:cxn modelId="{C637FBCD-F78B-4EF2-B27D-E8F800F6F2DC}" type="presOf" srcId="{E7C2DDC0-84D6-4489-A667-228791CF187E}" destId="{A0E1BFF7-EA17-4BE0-B99D-D3CFA766FFDC}" srcOrd="1" destOrd="0" presId="urn:microsoft.com/office/officeart/2005/8/layout/chart3"/>
    <dgm:cxn modelId="{8D642F44-C1CC-432D-BC15-96ADD665D1D6}" type="presOf" srcId="{6C14B409-B64A-4895-9E07-4BF7912F56E7}" destId="{10FDA32A-EC81-4092-AA5E-B0C4BE654F2F}" srcOrd="0" destOrd="0" presId="urn:microsoft.com/office/officeart/2005/8/layout/chart3"/>
    <dgm:cxn modelId="{425FEE8F-FADA-4D98-BC70-279B4B37610E}" type="presOf" srcId="{6C14B409-B64A-4895-9E07-4BF7912F56E7}" destId="{FB01BFE2-CCA6-460F-ADF1-F853C34EF39B}" srcOrd="1" destOrd="0" presId="urn:microsoft.com/office/officeart/2005/8/layout/chart3"/>
    <dgm:cxn modelId="{CD60D529-4651-40F3-B1CF-C37DED3EB5FD}" srcId="{0190A5CD-D6FF-499D-B35A-F04BEAC10861}" destId="{6C14B409-B64A-4895-9E07-4BF7912F56E7}" srcOrd="0" destOrd="0" parTransId="{9F8064BC-6250-4303-A957-97A2BFFFEAA3}" sibTransId="{A59190AA-6596-4182-BB1D-FABEDE3634AF}"/>
    <dgm:cxn modelId="{7AD7658B-CD39-4218-99D8-B51AAFE7D97D}" type="presOf" srcId="{31C8A5D2-2CD4-4F25-906C-04434046481F}" destId="{4F2C40D1-4FFA-4A30-9939-27C16AEABB98}" srcOrd="1" destOrd="0" presId="urn:microsoft.com/office/officeart/2005/8/layout/chart3"/>
    <dgm:cxn modelId="{9BB11D6F-A11A-4AB2-82A7-ED5CD877F840}" srcId="{0190A5CD-D6FF-499D-B35A-F04BEAC10861}" destId="{E7C2DDC0-84D6-4489-A667-228791CF187E}" srcOrd="2" destOrd="0" parTransId="{379F13FC-557F-48E7-838C-BA23829F445C}" sibTransId="{A03DD0F3-47E6-4A6A-ACE6-B55AEEDCA358}"/>
    <dgm:cxn modelId="{98978A6E-663A-456B-9D7A-39A7506A15F0}" type="presOf" srcId="{0190A5CD-D6FF-499D-B35A-F04BEAC10861}" destId="{B19E826A-16C3-4E8F-86BB-389B0F515B45}" srcOrd="0" destOrd="0" presId="urn:microsoft.com/office/officeart/2005/8/layout/chart3"/>
    <dgm:cxn modelId="{25FEB78E-E9F9-4EEF-9F32-29A763A6DF92}" type="presParOf" srcId="{B19E826A-16C3-4E8F-86BB-389B0F515B45}" destId="{10FDA32A-EC81-4092-AA5E-B0C4BE654F2F}" srcOrd="0" destOrd="0" presId="urn:microsoft.com/office/officeart/2005/8/layout/chart3"/>
    <dgm:cxn modelId="{3A18676B-617F-4E8D-AB5B-D4824DA8FE3D}" type="presParOf" srcId="{B19E826A-16C3-4E8F-86BB-389B0F515B45}" destId="{FB01BFE2-CCA6-460F-ADF1-F853C34EF39B}" srcOrd="1" destOrd="0" presId="urn:microsoft.com/office/officeart/2005/8/layout/chart3"/>
    <dgm:cxn modelId="{DBE8428E-D2B2-4B66-80F9-9BBC626CAD45}" type="presParOf" srcId="{B19E826A-16C3-4E8F-86BB-389B0F515B45}" destId="{FD62B35D-C269-4DDE-BF66-02A190ED120B}" srcOrd="2" destOrd="0" presId="urn:microsoft.com/office/officeart/2005/8/layout/chart3"/>
    <dgm:cxn modelId="{AF01CC7D-8848-4538-A4E4-E1531166B2B5}" type="presParOf" srcId="{B19E826A-16C3-4E8F-86BB-389B0F515B45}" destId="{4F2C40D1-4FFA-4A30-9939-27C16AEABB98}" srcOrd="3" destOrd="0" presId="urn:microsoft.com/office/officeart/2005/8/layout/chart3"/>
    <dgm:cxn modelId="{7D10D65D-BA58-4469-BE87-3A28F8023B17}" type="presParOf" srcId="{B19E826A-16C3-4E8F-86BB-389B0F515B45}" destId="{CC039396-C6AD-44B5-AE36-0EA0E0EEFF20}" srcOrd="4" destOrd="0" presId="urn:microsoft.com/office/officeart/2005/8/layout/chart3"/>
    <dgm:cxn modelId="{5967A73A-C2F1-4B08-A0BE-FCAC56AEB8DF}" type="presParOf" srcId="{B19E826A-16C3-4E8F-86BB-389B0F515B45}" destId="{A0E1BFF7-EA17-4BE0-B99D-D3CFA766FFDC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90A5CD-D6FF-499D-B35A-F04BEAC10861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31C8A5D2-2CD4-4F25-906C-04434046481F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Sensory</a:t>
          </a:r>
          <a:r>
            <a:rPr lang="en-US" baseline="0" dirty="0" smtClean="0"/>
            <a:t> Needs </a:t>
          </a:r>
          <a:endParaRPr lang="en-US" dirty="0"/>
        </a:p>
      </dgm:t>
    </dgm:pt>
    <dgm:pt modelId="{725FBFEC-8E60-4F9D-B040-0174C9C52F61}" type="parTrans" cxnId="{D28AA5DC-F0F3-4121-A342-E12ECA06CEB0}">
      <dgm:prSet/>
      <dgm:spPr/>
      <dgm:t>
        <a:bodyPr/>
        <a:lstStyle/>
        <a:p>
          <a:endParaRPr lang="en-US"/>
        </a:p>
      </dgm:t>
    </dgm:pt>
    <dgm:pt modelId="{434D349B-C192-48E8-83B1-A25A7CE8E8BC}" type="sibTrans" cxnId="{D28AA5DC-F0F3-4121-A342-E12ECA06CEB0}">
      <dgm:prSet/>
      <dgm:spPr/>
      <dgm:t>
        <a:bodyPr/>
        <a:lstStyle/>
        <a:p>
          <a:endParaRPr lang="en-US"/>
        </a:p>
      </dgm:t>
    </dgm:pt>
    <dgm:pt modelId="{E7C2DDC0-84D6-4489-A667-228791CF187E}">
      <dgm:prSet phldrT="[Text]"/>
      <dgm:spPr/>
      <dgm:t>
        <a:bodyPr/>
        <a:lstStyle/>
        <a:p>
          <a:r>
            <a:rPr lang="en-US" dirty="0" smtClean="0"/>
            <a:t>Restrictive Routines</a:t>
          </a:r>
          <a:endParaRPr lang="en-US" dirty="0"/>
        </a:p>
      </dgm:t>
    </dgm:pt>
    <dgm:pt modelId="{A03DD0F3-47E6-4A6A-ACE6-B55AEEDCA358}" type="sibTrans" cxnId="{9BB11D6F-A11A-4AB2-82A7-ED5CD877F840}">
      <dgm:prSet/>
      <dgm:spPr/>
      <dgm:t>
        <a:bodyPr/>
        <a:lstStyle/>
        <a:p>
          <a:endParaRPr lang="en-US"/>
        </a:p>
      </dgm:t>
    </dgm:pt>
    <dgm:pt modelId="{379F13FC-557F-48E7-838C-BA23829F445C}" type="parTrans" cxnId="{9BB11D6F-A11A-4AB2-82A7-ED5CD877F840}">
      <dgm:prSet/>
      <dgm:spPr/>
      <dgm:t>
        <a:bodyPr/>
        <a:lstStyle/>
        <a:p>
          <a:endParaRPr lang="en-US"/>
        </a:p>
      </dgm:t>
    </dgm:pt>
    <dgm:pt modelId="{B19E826A-16C3-4E8F-86BB-389B0F515B45}" type="pres">
      <dgm:prSet presAssocID="{0190A5CD-D6FF-499D-B35A-F04BEAC10861}" presName="compositeShape" presStyleCnt="0">
        <dgm:presLayoutVars>
          <dgm:chMax val="7"/>
          <dgm:dir/>
          <dgm:resizeHandles val="exact"/>
        </dgm:presLayoutVars>
      </dgm:prSet>
      <dgm:spPr/>
    </dgm:pt>
    <dgm:pt modelId="{10FDA32A-EC81-4092-AA5E-B0C4BE654F2F}" type="pres">
      <dgm:prSet presAssocID="{0190A5CD-D6FF-499D-B35A-F04BEAC10861}" presName="wedge1" presStyleLbl="node1" presStyleIdx="0" presStyleCnt="2"/>
      <dgm:spPr/>
      <dgm:t>
        <a:bodyPr/>
        <a:lstStyle/>
        <a:p>
          <a:endParaRPr lang="en-US"/>
        </a:p>
      </dgm:t>
    </dgm:pt>
    <dgm:pt modelId="{FB01BFE2-CCA6-460F-ADF1-F853C34EF39B}" type="pres">
      <dgm:prSet presAssocID="{0190A5CD-D6FF-499D-B35A-F04BEAC10861}" presName="wedge1Tx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62B35D-C269-4DDE-BF66-02A190ED120B}" type="pres">
      <dgm:prSet presAssocID="{0190A5CD-D6FF-499D-B35A-F04BEAC10861}" presName="wedge2" presStyleLbl="node1" presStyleIdx="1" presStyleCnt="2"/>
      <dgm:spPr/>
      <dgm:t>
        <a:bodyPr/>
        <a:lstStyle/>
        <a:p>
          <a:endParaRPr lang="en-US"/>
        </a:p>
      </dgm:t>
    </dgm:pt>
    <dgm:pt modelId="{4F2C40D1-4FFA-4A30-9939-27C16AEABB98}" type="pres">
      <dgm:prSet presAssocID="{0190A5CD-D6FF-499D-B35A-F04BEAC10861}" presName="wedge2Tx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1BB4AF-6CC5-4B56-B314-82D896EE9E81}" type="presOf" srcId="{31C8A5D2-2CD4-4F25-906C-04434046481F}" destId="{FB01BFE2-CCA6-460F-ADF1-F853C34EF39B}" srcOrd="1" destOrd="0" presId="urn:microsoft.com/office/officeart/2005/8/layout/chart3"/>
    <dgm:cxn modelId="{D28AA5DC-F0F3-4121-A342-E12ECA06CEB0}" srcId="{0190A5CD-D6FF-499D-B35A-F04BEAC10861}" destId="{31C8A5D2-2CD4-4F25-906C-04434046481F}" srcOrd="0" destOrd="0" parTransId="{725FBFEC-8E60-4F9D-B040-0174C9C52F61}" sibTransId="{434D349B-C192-48E8-83B1-A25A7CE8E8BC}"/>
    <dgm:cxn modelId="{9BB11D6F-A11A-4AB2-82A7-ED5CD877F840}" srcId="{0190A5CD-D6FF-499D-B35A-F04BEAC10861}" destId="{E7C2DDC0-84D6-4489-A667-228791CF187E}" srcOrd="1" destOrd="0" parTransId="{379F13FC-557F-48E7-838C-BA23829F445C}" sibTransId="{A03DD0F3-47E6-4A6A-ACE6-B55AEEDCA358}"/>
    <dgm:cxn modelId="{98978A6E-663A-456B-9D7A-39A7506A15F0}" type="presOf" srcId="{0190A5CD-D6FF-499D-B35A-F04BEAC10861}" destId="{B19E826A-16C3-4E8F-86BB-389B0F515B45}" srcOrd="0" destOrd="0" presId="urn:microsoft.com/office/officeart/2005/8/layout/chart3"/>
    <dgm:cxn modelId="{036B5F79-ABCE-43FA-9E93-BEB26D6B8591}" type="presOf" srcId="{E7C2DDC0-84D6-4489-A667-228791CF187E}" destId="{4F2C40D1-4FFA-4A30-9939-27C16AEABB98}" srcOrd="1" destOrd="0" presId="urn:microsoft.com/office/officeart/2005/8/layout/chart3"/>
    <dgm:cxn modelId="{1465FED0-1286-49EC-8EC9-6D94DE3AB776}" type="presOf" srcId="{31C8A5D2-2CD4-4F25-906C-04434046481F}" destId="{10FDA32A-EC81-4092-AA5E-B0C4BE654F2F}" srcOrd="0" destOrd="0" presId="urn:microsoft.com/office/officeart/2005/8/layout/chart3"/>
    <dgm:cxn modelId="{2A638D83-FCD6-4000-AA5F-ACABD466F0DC}" type="presOf" srcId="{E7C2DDC0-84D6-4489-A667-228791CF187E}" destId="{FD62B35D-C269-4DDE-BF66-02A190ED120B}" srcOrd="0" destOrd="0" presId="urn:microsoft.com/office/officeart/2005/8/layout/chart3"/>
    <dgm:cxn modelId="{25FEB78E-E9F9-4EEF-9F32-29A763A6DF92}" type="presParOf" srcId="{B19E826A-16C3-4E8F-86BB-389B0F515B45}" destId="{10FDA32A-EC81-4092-AA5E-B0C4BE654F2F}" srcOrd="0" destOrd="0" presId="urn:microsoft.com/office/officeart/2005/8/layout/chart3"/>
    <dgm:cxn modelId="{3A18676B-617F-4E8D-AB5B-D4824DA8FE3D}" type="presParOf" srcId="{B19E826A-16C3-4E8F-86BB-389B0F515B45}" destId="{FB01BFE2-CCA6-460F-ADF1-F853C34EF39B}" srcOrd="1" destOrd="0" presId="urn:microsoft.com/office/officeart/2005/8/layout/chart3"/>
    <dgm:cxn modelId="{DBE8428E-D2B2-4B66-80F9-9BBC626CAD45}" type="presParOf" srcId="{B19E826A-16C3-4E8F-86BB-389B0F515B45}" destId="{FD62B35D-C269-4DDE-BF66-02A190ED120B}" srcOrd="2" destOrd="0" presId="urn:microsoft.com/office/officeart/2005/8/layout/chart3"/>
    <dgm:cxn modelId="{AF01CC7D-8848-4538-A4E4-E1531166B2B5}" type="presParOf" srcId="{B19E826A-16C3-4E8F-86BB-389B0F515B45}" destId="{4F2C40D1-4FFA-4A30-9939-27C16AEABB98}" srcOrd="3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90A5CD-D6FF-499D-B35A-F04BEAC10861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E7C2DDC0-84D6-4489-A667-228791CF187E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Restrictive Routines</a:t>
          </a:r>
          <a:endParaRPr lang="en-US" dirty="0"/>
        </a:p>
      </dgm:t>
    </dgm:pt>
    <dgm:pt modelId="{A03DD0F3-47E6-4A6A-ACE6-B55AEEDCA358}" type="sibTrans" cxnId="{9BB11D6F-A11A-4AB2-82A7-ED5CD877F840}">
      <dgm:prSet/>
      <dgm:spPr/>
      <dgm:t>
        <a:bodyPr/>
        <a:lstStyle/>
        <a:p>
          <a:endParaRPr lang="en-US"/>
        </a:p>
      </dgm:t>
    </dgm:pt>
    <dgm:pt modelId="{379F13FC-557F-48E7-838C-BA23829F445C}" type="parTrans" cxnId="{9BB11D6F-A11A-4AB2-82A7-ED5CD877F840}">
      <dgm:prSet/>
      <dgm:spPr/>
      <dgm:t>
        <a:bodyPr/>
        <a:lstStyle/>
        <a:p>
          <a:endParaRPr lang="en-US"/>
        </a:p>
      </dgm:t>
    </dgm:pt>
    <dgm:pt modelId="{B19E826A-16C3-4E8F-86BB-389B0F515B45}" type="pres">
      <dgm:prSet presAssocID="{0190A5CD-D6FF-499D-B35A-F04BEAC10861}" presName="compositeShape" presStyleCnt="0">
        <dgm:presLayoutVars>
          <dgm:chMax val="7"/>
          <dgm:dir/>
          <dgm:resizeHandles val="exact"/>
        </dgm:presLayoutVars>
      </dgm:prSet>
      <dgm:spPr/>
    </dgm:pt>
    <dgm:pt modelId="{10FDA32A-EC81-4092-AA5E-B0C4BE654F2F}" type="pres">
      <dgm:prSet presAssocID="{0190A5CD-D6FF-499D-B35A-F04BEAC10861}" presName="wedge1" presStyleLbl="node1" presStyleIdx="0" presStyleCnt="1" custScaleX="85714" custScaleY="78653" custLinFactNeighborX="-4018" custLinFactNeighborY="4744"/>
      <dgm:spPr/>
      <dgm:t>
        <a:bodyPr/>
        <a:lstStyle/>
        <a:p>
          <a:endParaRPr lang="en-US"/>
        </a:p>
      </dgm:t>
    </dgm:pt>
    <dgm:pt modelId="{FB01BFE2-CCA6-460F-ADF1-F853C34EF39B}" type="pres">
      <dgm:prSet presAssocID="{0190A5CD-D6FF-499D-B35A-F04BEAC10861}" presName="wedge1Tx" presStyleLbl="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68C5327-DF14-4EFC-B739-AB436896246D}" type="presOf" srcId="{E7C2DDC0-84D6-4489-A667-228791CF187E}" destId="{10FDA32A-EC81-4092-AA5E-B0C4BE654F2F}" srcOrd="0" destOrd="0" presId="urn:microsoft.com/office/officeart/2005/8/layout/chart3"/>
    <dgm:cxn modelId="{55AD830B-B837-46D7-BC64-A33F63CF7052}" type="presOf" srcId="{E7C2DDC0-84D6-4489-A667-228791CF187E}" destId="{FB01BFE2-CCA6-460F-ADF1-F853C34EF39B}" srcOrd="1" destOrd="0" presId="urn:microsoft.com/office/officeart/2005/8/layout/chart3"/>
    <dgm:cxn modelId="{9BB11D6F-A11A-4AB2-82A7-ED5CD877F840}" srcId="{0190A5CD-D6FF-499D-B35A-F04BEAC10861}" destId="{E7C2DDC0-84D6-4489-A667-228791CF187E}" srcOrd="0" destOrd="0" parTransId="{379F13FC-557F-48E7-838C-BA23829F445C}" sibTransId="{A03DD0F3-47E6-4A6A-ACE6-B55AEEDCA358}"/>
    <dgm:cxn modelId="{98978A6E-663A-456B-9D7A-39A7506A15F0}" type="presOf" srcId="{0190A5CD-D6FF-499D-B35A-F04BEAC10861}" destId="{B19E826A-16C3-4E8F-86BB-389B0F515B45}" srcOrd="0" destOrd="0" presId="urn:microsoft.com/office/officeart/2005/8/layout/chart3"/>
    <dgm:cxn modelId="{25FEB78E-E9F9-4EEF-9F32-29A763A6DF92}" type="presParOf" srcId="{B19E826A-16C3-4E8F-86BB-389B0F515B45}" destId="{10FDA32A-EC81-4092-AA5E-B0C4BE654F2F}" srcOrd="0" destOrd="0" presId="urn:microsoft.com/office/officeart/2005/8/layout/chart3"/>
    <dgm:cxn modelId="{3A18676B-617F-4E8D-AB5B-D4824DA8FE3D}" type="presParOf" srcId="{B19E826A-16C3-4E8F-86BB-389B0F515B45}" destId="{FB01BFE2-CCA6-460F-ADF1-F853C34EF39B}" srcOrd="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DE61E6-E5E3-4122-8B11-44C0881C8D7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CC5AEFC-6E2F-4718-88E1-9B7E23D75B98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Go to the car </a:t>
          </a:r>
          <a:endParaRPr lang="en-US" dirty="0"/>
        </a:p>
      </dgm:t>
    </dgm:pt>
    <dgm:pt modelId="{C84CC6E0-7727-4DBD-A616-B258F689A0D1}" type="parTrans" cxnId="{4D700456-69A0-489F-9FA1-4AF645A344D1}">
      <dgm:prSet/>
      <dgm:spPr/>
      <dgm:t>
        <a:bodyPr/>
        <a:lstStyle/>
        <a:p>
          <a:endParaRPr lang="en-US"/>
        </a:p>
      </dgm:t>
    </dgm:pt>
    <dgm:pt modelId="{683B78DF-61F8-4079-92BD-40F937AD40C5}" type="sibTrans" cxnId="{4D700456-69A0-489F-9FA1-4AF645A344D1}">
      <dgm:prSet/>
      <dgm:spPr/>
      <dgm:t>
        <a:bodyPr/>
        <a:lstStyle/>
        <a:p>
          <a:endParaRPr lang="en-US"/>
        </a:p>
      </dgm:t>
    </dgm:pt>
    <dgm:pt modelId="{9EA686BB-29E7-4D53-868A-D6BF7034F4EF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Park at the side of the building </a:t>
          </a:r>
          <a:endParaRPr lang="en-US" dirty="0"/>
        </a:p>
      </dgm:t>
    </dgm:pt>
    <dgm:pt modelId="{9E09CAB6-8CC4-4041-9255-381B7C5C3DF8}" type="parTrans" cxnId="{FDF61D24-8BC9-4A67-BA9B-9342F0167142}">
      <dgm:prSet/>
      <dgm:spPr/>
      <dgm:t>
        <a:bodyPr/>
        <a:lstStyle/>
        <a:p>
          <a:endParaRPr lang="en-US"/>
        </a:p>
      </dgm:t>
    </dgm:pt>
    <dgm:pt modelId="{5E52C38A-3870-40AE-BF22-A4773782E53E}" type="sibTrans" cxnId="{FDF61D24-8BC9-4A67-BA9B-9342F0167142}">
      <dgm:prSet/>
      <dgm:spPr/>
      <dgm:t>
        <a:bodyPr/>
        <a:lstStyle/>
        <a:p>
          <a:endParaRPr lang="en-US"/>
        </a:p>
      </dgm:t>
    </dgm:pt>
    <dgm:pt modelId="{B09EA376-4250-4AC5-9F82-4B76F724E460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Sit in the car saying “</a:t>
          </a:r>
          <a:r>
            <a:rPr lang="en-US" dirty="0" err="1" smtClean="0"/>
            <a:t>lets</a:t>
          </a:r>
          <a:r>
            <a:rPr lang="en-US" dirty="0" smtClean="0"/>
            <a:t> go play!” </a:t>
          </a:r>
          <a:endParaRPr lang="en-US" dirty="0"/>
        </a:p>
      </dgm:t>
    </dgm:pt>
    <dgm:pt modelId="{FE05AB5C-4835-423F-A893-29627BAE3FE3}" type="parTrans" cxnId="{1B123173-F901-43F6-9D96-D18C48B06AA2}">
      <dgm:prSet/>
      <dgm:spPr/>
      <dgm:t>
        <a:bodyPr/>
        <a:lstStyle/>
        <a:p>
          <a:endParaRPr lang="en-US"/>
        </a:p>
      </dgm:t>
    </dgm:pt>
    <dgm:pt modelId="{3E8FC5D0-13E2-4546-B4AF-C65D4F9F5489}" type="sibTrans" cxnId="{1B123173-F901-43F6-9D96-D18C48B06AA2}">
      <dgm:prSet/>
      <dgm:spPr/>
      <dgm:t>
        <a:bodyPr/>
        <a:lstStyle/>
        <a:p>
          <a:endParaRPr lang="en-US"/>
        </a:p>
      </dgm:t>
    </dgm:pt>
    <dgm:pt modelId="{8F82AE70-4E38-44FA-9740-4E740C6CDA9F}" type="pres">
      <dgm:prSet presAssocID="{00DE61E6-E5E3-4122-8B11-44C0881C8D76}" presName="Name0" presStyleCnt="0">
        <dgm:presLayoutVars>
          <dgm:dir/>
          <dgm:resizeHandles val="exact"/>
        </dgm:presLayoutVars>
      </dgm:prSet>
      <dgm:spPr/>
    </dgm:pt>
    <dgm:pt modelId="{2E6B667C-DAAC-488E-95AC-5CC2B9DA7701}" type="pres">
      <dgm:prSet presAssocID="{2CC5AEFC-6E2F-4718-88E1-9B7E23D75B9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1262EB-4D0F-4B3F-8347-21FFE71DAE62}" type="pres">
      <dgm:prSet presAssocID="{683B78DF-61F8-4079-92BD-40F937AD40C5}" presName="sibTrans" presStyleLbl="sibTrans2D1" presStyleIdx="0" presStyleCnt="2"/>
      <dgm:spPr/>
      <dgm:t>
        <a:bodyPr/>
        <a:lstStyle/>
        <a:p>
          <a:endParaRPr lang="en-US"/>
        </a:p>
      </dgm:t>
    </dgm:pt>
    <dgm:pt modelId="{928141F6-81C6-48E3-AF83-CE0A3F13FC1E}" type="pres">
      <dgm:prSet presAssocID="{683B78DF-61F8-4079-92BD-40F937AD40C5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55C639AD-0579-4B72-88E6-322253044EC6}" type="pres">
      <dgm:prSet presAssocID="{9EA686BB-29E7-4D53-868A-D6BF7034F4E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1D2C4A-43A1-43BB-9801-3E38CDA3D2A8}" type="pres">
      <dgm:prSet presAssocID="{5E52C38A-3870-40AE-BF22-A4773782E53E}" presName="sibTrans" presStyleLbl="sibTrans2D1" presStyleIdx="1" presStyleCnt="2"/>
      <dgm:spPr/>
      <dgm:t>
        <a:bodyPr/>
        <a:lstStyle/>
        <a:p>
          <a:endParaRPr lang="en-US"/>
        </a:p>
      </dgm:t>
    </dgm:pt>
    <dgm:pt modelId="{E6FA0BAA-F5CE-4F88-9B7A-3781D0E69E6F}" type="pres">
      <dgm:prSet presAssocID="{5E52C38A-3870-40AE-BF22-A4773782E53E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84E43AA3-3C9B-4218-B3F0-1023E342B6CF}" type="pres">
      <dgm:prSet presAssocID="{B09EA376-4250-4AC5-9F82-4B76F724E460}" presName="node" presStyleLbl="node1" presStyleIdx="2" presStyleCnt="3" custLinFactNeighborX="837" custLinFactNeighborY="-35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123173-F901-43F6-9D96-D18C48B06AA2}" srcId="{00DE61E6-E5E3-4122-8B11-44C0881C8D76}" destId="{B09EA376-4250-4AC5-9F82-4B76F724E460}" srcOrd="2" destOrd="0" parTransId="{FE05AB5C-4835-423F-A893-29627BAE3FE3}" sibTransId="{3E8FC5D0-13E2-4546-B4AF-C65D4F9F5489}"/>
    <dgm:cxn modelId="{110DB136-5644-4512-BB3C-A1816CE8B2E1}" type="presOf" srcId="{2CC5AEFC-6E2F-4718-88E1-9B7E23D75B98}" destId="{2E6B667C-DAAC-488E-95AC-5CC2B9DA7701}" srcOrd="0" destOrd="0" presId="urn:microsoft.com/office/officeart/2005/8/layout/process1"/>
    <dgm:cxn modelId="{8F8DB22C-4741-4A4A-9AB4-C40F8051CE38}" type="presOf" srcId="{00DE61E6-E5E3-4122-8B11-44C0881C8D76}" destId="{8F82AE70-4E38-44FA-9740-4E740C6CDA9F}" srcOrd="0" destOrd="0" presId="urn:microsoft.com/office/officeart/2005/8/layout/process1"/>
    <dgm:cxn modelId="{FDF61D24-8BC9-4A67-BA9B-9342F0167142}" srcId="{00DE61E6-E5E3-4122-8B11-44C0881C8D76}" destId="{9EA686BB-29E7-4D53-868A-D6BF7034F4EF}" srcOrd="1" destOrd="0" parTransId="{9E09CAB6-8CC4-4041-9255-381B7C5C3DF8}" sibTransId="{5E52C38A-3870-40AE-BF22-A4773782E53E}"/>
    <dgm:cxn modelId="{71C093EB-9087-4166-AD0C-161D94323215}" type="presOf" srcId="{B09EA376-4250-4AC5-9F82-4B76F724E460}" destId="{84E43AA3-3C9B-4218-B3F0-1023E342B6CF}" srcOrd="0" destOrd="0" presId="urn:microsoft.com/office/officeart/2005/8/layout/process1"/>
    <dgm:cxn modelId="{7D492AFF-4554-4E50-9836-BEFBFE91BAD6}" type="presOf" srcId="{5E52C38A-3870-40AE-BF22-A4773782E53E}" destId="{801D2C4A-43A1-43BB-9801-3E38CDA3D2A8}" srcOrd="0" destOrd="0" presId="urn:microsoft.com/office/officeart/2005/8/layout/process1"/>
    <dgm:cxn modelId="{224D3F1B-E29A-42FD-B47E-89D5BD958357}" type="presOf" srcId="{683B78DF-61F8-4079-92BD-40F937AD40C5}" destId="{928141F6-81C6-48E3-AF83-CE0A3F13FC1E}" srcOrd="1" destOrd="0" presId="urn:microsoft.com/office/officeart/2005/8/layout/process1"/>
    <dgm:cxn modelId="{853F926A-DF70-4B19-B946-6AB001BAA9F8}" type="presOf" srcId="{9EA686BB-29E7-4D53-868A-D6BF7034F4EF}" destId="{55C639AD-0579-4B72-88E6-322253044EC6}" srcOrd="0" destOrd="0" presId="urn:microsoft.com/office/officeart/2005/8/layout/process1"/>
    <dgm:cxn modelId="{531C077F-9592-4970-90EE-822B6E16CF0F}" type="presOf" srcId="{683B78DF-61F8-4079-92BD-40F937AD40C5}" destId="{661262EB-4D0F-4B3F-8347-21FFE71DAE62}" srcOrd="0" destOrd="0" presId="urn:microsoft.com/office/officeart/2005/8/layout/process1"/>
    <dgm:cxn modelId="{4D700456-69A0-489F-9FA1-4AF645A344D1}" srcId="{00DE61E6-E5E3-4122-8B11-44C0881C8D76}" destId="{2CC5AEFC-6E2F-4718-88E1-9B7E23D75B98}" srcOrd="0" destOrd="0" parTransId="{C84CC6E0-7727-4DBD-A616-B258F689A0D1}" sibTransId="{683B78DF-61F8-4079-92BD-40F937AD40C5}"/>
    <dgm:cxn modelId="{7461DD79-707E-4ABD-9602-DC94C54E0F3C}" type="presOf" srcId="{5E52C38A-3870-40AE-BF22-A4773782E53E}" destId="{E6FA0BAA-F5CE-4F88-9B7A-3781D0E69E6F}" srcOrd="1" destOrd="0" presId="urn:microsoft.com/office/officeart/2005/8/layout/process1"/>
    <dgm:cxn modelId="{EC5A7892-1639-41D2-99A7-F70A84A4E278}" type="presParOf" srcId="{8F82AE70-4E38-44FA-9740-4E740C6CDA9F}" destId="{2E6B667C-DAAC-488E-95AC-5CC2B9DA7701}" srcOrd="0" destOrd="0" presId="urn:microsoft.com/office/officeart/2005/8/layout/process1"/>
    <dgm:cxn modelId="{AD054F7F-7014-4692-BECB-C6B8DF10743E}" type="presParOf" srcId="{8F82AE70-4E38-44FA-9740-4E740C6CDA9F}" destId="{661262EB-4D0F-4B3F-8347-21FFE71DAE62}" srcOrd="1" destOrd="0" presId="urn:microsoft.com/office/officeart/2005/8/layout/process1"/>
    <dgm:cxn modelId="{F4F1F2C7-4E1A-4F1B-89C2-C92EFB879BE7}" type="presParOf" srcId="{661262EB-4D0F-4B3F-8347-21FFE71DAE62}" destId="{928141F6-81C6-48E3-AF83-CE0A3F13FC1E}" srcOrd="0" destOrd="0" presId="urn:microsoft.com/office/officeart/2005/8/layout/process1"/>
    <dgm:cxn modelId="{D2155F0A-1FAD-4E17-9F76-D294A28EE6C3}" type="presParOf" srcId="{8F82AE70-4E38-44FA-9740-4E740C6CDA9F}" destId="{55C639AD-0579-4B72-88E6-322253044EC6}" srcOrd="2" destOrd="0" presId="urn:microsoft.com/office/officeart/2005/8/layout/process1"/>
    <dgm:cxn modelId="{7E5A0AAD-F704-4F5B-A00B-6FC4193F6736}" type="presParOf" srcId="{8F82AE70-4E38-44FA-9740-4E740C6CDA9F}" destId="{801D2C4A-43A1-43BB-9801-3E38CDA3D2A8}" srcOrd="3" destOrd="0" presId="urn:microsoft.com/office/officeart/2005/8/layout/process1"/>
    <dgm:cxn modelId="{4CEE3EAF-5EBC-4E96-A4BC-A021EE04A315}" type="presParOf" srcId="{801D2C4A-43A1-43BB-9801-3E38CDA3D2A8}" destId="{E6FA0BAA-F5CE-4F88-9B7A-3781D0E69E6F}" srcOrd="0" destOrd="0" presId="urn:microsoft.com/office/officeart/2005/8/layout/process1"/>
    <dgm:cxn modelId="{D4C7F1D5-FE20-419C-8BCA-B4AF38208217}" type="presParOf" srcId="{8F82AE70-4E38-44FA-9740-4E740C6CDA9F}" destId="{84E43AA3-3C9B-4218-B3F0-1023E342B6C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DE61E6-E5E3-4122-8B11-44C0881C8D7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2CC5AEFC-6E2F-4718-88E1-9B7E23D75B98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Go to the car </a:t>
          </a:r>
          <a:endParaRPr lang="en-US" dirty="0"/>
        </a:p>
      </dgm:t>
    </dgm:pt>
    <dgm:pt modelId="{C84CC6E0-7727-4DBD-A616-B258F689A0D1}" type="parTrans" cxnId="{4D700456-69A0-489F-9FA1-4AF645A344D1}">
      <dgm:prSet/>
      <dgm:spPr/>
      <dgm:t>
        <a:bodyPr/>
        <a:lstStyle/>
        <a:p>
          <a:endParaRPr lang="en-US"/>
        </a:p>
      </dgm:t>
    </dgm:pt>
    <dgm:pt modelId="{683B78DF-61F8-4079-92BD-40F937AD40C5}" type="sibTrans" cxnId="{4D700456-69A0-489F-9FA1-4AF645A344D1}">
      <dgm:prSet/>
      <dgm:spPr/>
      <dgm:t>
        <a:bodyPr/>
        <a:lstStyle/>
        <a:p>
          <a:endParaRPr lang="en-US"/>
        </a:p>
      </dgm:t>
    </dgm:pt>
    <dgm:pt modelId="{9EA686BB-29E7-4D53-868A-D6BF7034F4EF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Park at the front of the building with the sign visible.</a:t>
          </a:r>
          <a:endParaRPr lang="en-US" dirty="0"/>
        </a:p>
      </dgm:t>
    </dgm:pt>
    <dgm:pt modelId="{9E09CAB6-8CC4-4041-9255-381B7C5C3DF8}" type="parTrans" cxnId="{FDF61D24-8BC9-4A67-BA9B-9342F0167142}">
      <dgm:prSet/>
      <dgm:spPr/>
      <dgm:t>
        <a:bodyPr/>
        <a:lstStyle/>
        <a:p>
          <a:endParaRPr lang="en-US"/>
        </a:p>
      </dgm:t>
    </dgm:pt>
    <dgm:pt modelId="{5E52C38A-3870-40AE-BF22-A4773782E53E}" type="sibTrans" cxnId="{FDF61D24-8BC9-4A67-BA9B-9342F0167142}">
      <dgm:prSet/>
      <dgm:spPr/>
      <dgm:t>
        <a:bodyPr/>
        <a:lstStyle/>
        <a:p>
          <a:endParaRPr lang="en-US"/>
        </a:p>
      </dgm:t>
    </dgm:pt>
    <dgm:pt modelId="{B09EA376-4250-4AC5-9F82-4B76F724E460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Say “</a:t>
          </a:r>
          <a:r>
            <a:rPr lang="en-US" dirty="0" err="1" smtClean="0"/>
            <a:t>lets</a:t>
          </a:r>
          <a:r>
            <a:rPr lang="en-US" dirty="0" smtClean="0"/>
            <a:t> go jump!” </a:t>
          </a:r>
          <a:endParaRPr lang="en-US" dirty="0"/>
        </a:p>
      </dgm:t>
    </dgm:pt>
    <dgm:pt modelId="{FE05AB5C-4835-423F-A893-29627BAE3FE3}" type="parTrans" cxnId="{1B123173-F901-43F6-9D96-D18C48B06AA2}">
      <dgm:prSet/>
      <dgm:spPr/>
      <dgm:t>
        <a:bodyPr/>
        <a:lstStyle/>
        <a:p>
          <a:endParaRPr lang="en-US"/>
        </a:p>
      </dgm:t>
    </dgm:pt>
    <dgm:pt modelId="{3E8FC5D0-13E2-4546-B4AF-C65D4F9F5489}" type="sibTrans" cxnId="{1B123173-F901-43F6-9D96-D18C48B06AA2}">
      <dgm:prSet/>
      <dgm:spPr/>
      <dgm:t>
        <a:bodyPr/>
        <a:lstStyle/>
        <a:p>
          <a:endParaRPr lang="en-US"/>
        </a:p>
      </dgm:t>
    </dgm:pt>
    <dgm:pt modelId="{8F82AE70-4E38-44FA-9740-4E740C6CDA9F}" type="pres">
      <dgm:prSet presAssocID="{00DE61E6-E5E3-4122-8B11-44C0881C8D76}" presName="Name0" presStyleCnt="0">
        <dgm:presLayoutVars>
          <dgm:dir/>
          <dgm:resizeHandles val="exact"/>
        </dgm:presLayoutVars>
      </dgm:prSet>
      <dgm:spPr/>
    </dgm:pt>
    <dgm:pt modelId="{2E6B667C-DAAC-488E-95AC-5CC2B9DA7701}" type="pres">
      <dgm:prSet presAssocID="{2CC5AEFC-6E2F-4718-88E1-9B7E23D75B9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1262EB-4D0F-4B3F-8347-21FFE71DAE62}" type="pres">
      <dgm:prSet presAssocID="{683B78DF-61F8-4079-92BD-40F937AD40C5}" presName="sibTrans" presStyleLbl="sibTrans2D1" presStyleIdx="0" presStyleCnt="2"/>
      <dgm:spPr/>
      <dgm:t>
        <a:bodyPr/>
        <a:lstStyle/>
        <a:p>
          <a:endParaRPr lang="en-US"/>
        </a:p>
      </dgm:t>
    </dgm:pt>
    <dgm:pt modelId="{928141F6-81C6-48E3-AF83-CE0A3F13FC1E}" type="pres">
      <dgm:prSet presAssocID="{683B78DF-61F8-4079-92BD-40F937AD40C5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55C639AD-0579-4B72-88E6-322253044EC6}" type="pres">
      <dgm:prSet presAssocID="{9EA686BB-29E7-4D53-868A-D6BF7034F4E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1D2C4A-43A1-43BB-9801-3E38CDA3D2A8}" type="pres">
      <dgm:prSet presAssocID="{5E52C38A-3870-40AE-BF22-A4773782E53E}" presName="sibTrans" presStyleLbl="sibTrans2D1" presStyleIdx="1" presStyleCnt="2"/>
      <dgm:spPr/>
      <dgm:t>
        <a:bodyPr/>
        <a:lstStyle/>
        <a:p>
          <a:endParaRPr lang="en-US"/>
        </a:p>
      </dgm:t>
    </dgm:pt>
    <dgm:pt modelId="{E6FA0BAA-F5CE-4F88-9B7A-3781D0E69E6F}" type="pres">
      <dgm:prSet presAssocID="{5E52C38A-3870-40AE-BF22-A4773782E53E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84E43AA3-3C9B-4218-B3F0-1023E342B6CF}" type="pres">
      <dgm:prSet presAssocID="{B09EA376-4250-4AC5-9F82-4B76F724E460}" presName="node" presStyleLbl="node1" presStyleIdx="2" presStyleCnt="3" custLinFactNeighborX="837" custLinFactNeighborY="-29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B123173-F901-43F6-9D96-D18C48B06AA2}" srcId="{00DE61E6-E5E3-4122-8B11-44C0881C8D76}" destId="{B09EA376-4250-4AC5-9F82-4B76F724E460}" srcOrd="2" destOrd="0" parTransId="{FE05AB5C-4835-423F-A893-29627BAE3FE3}" sibTransId="{3E8FC5D0-13E2-4546-B4AF-C65D4F9F5489}"/>
    <dgm:cxn modelId="{110DB136-5644-4512-BB3C-A1816CE8B2E1}" type="presOf" srcId="{2CC5AEFC-6E2F-4718-88E1-9B7E23D75B98}" destId="{2E6B667C-DAAC-488E-95AC-5CC2B9DA7701}" srcOrd="0" destOrd="0" presId="urn:microsoft.com/office/officeart/2005/8/layout/process1"/>
    <dgm:cxn modelId="{8F8DB22C-4741-4A4A-9AB4-C40F8051CE38}" type="presOf" srcId="{00DE61E6-E5E3-4122-8B11-44C0881C8D76}" destId="{8F82AE70-4E38-44FA-9740-4E740C6CDA9F}" srcOrd="0" destOrd="0" presId="urn:microsoft.com/office/officeart/2005/8/layout/process1"/>
    <dgm:cxn modelId="{FDF61D24-8BC9-4A67-BA9B-9342F0167142}" srcId="{00DE61E6-E5E3-4122-8B11-44C0881C8D76}" destId="{9EA686BB-29E7-4D53-868A-D6BF7034F4EF}" srcOrd="1" destOrd="0" parTransId="{9E09CAB6-8CC4-4041-9255-381B7C5C3DF8}" sibTransId="{5E52C38A-3870-40AE-BF22-A4773782E53E}"/>
    <dgm:cxn modelId="{71C093EB-9087-4166-AD0C-161D94323215}" type="presOf" srcId="{B09EA376-4250-4AC5-9F82-4B76F724E460}" destId="{84E43AA3-3C9B-4218-B3F0-1023E342B6CF}" srcOrd="0" destOrd="0" presId="urn:microsoft.com/office/officeart/2005/8/layout/process1"/>
    <dgm:cxn modelId="{7D492AFF-4554-4E50-9836-BEFBFE91BAD6}" type="presOf" srcId="{5E52C38A-3870-40AE-BF22-A4773782E53E}" destId="{801D2C4A-43A1-43BB-9801-3E38CDA3D2A8}" srcOrd="0" destOrd="0" presId="urn:microsoft.com/office/officeart/2005/8/layout/process1"/>
    <dgm:cxn modelId="{224D3F1B-E29A-42FD-B47E-89D5BD958357}" type="presOf" srcId="{683B78DF-61F8-4079-92BD-40F937AD40C5}" destId="{928141F6-81C6-48E3-AF83-CE0A3F13FC1E}" srcOrd="1" destOrd="0" presId="urn:microsoft.com/office/officeart/2005/8/layout/process1"/>
    <dgm:cxn modelId="{853F926A-DF70-4B19-B946-6AB001BAA9F8}" type="presOf" srcId="{9EA686BB-29E7-4D53-868A-D6BF7034F4EF}" destId="{55C639AD-0579-4B72-88E6-322253044EC6}" srcOrd="0" destOrd="0" presId="urn:microsoft.com/office/officeart/2005/8/layout/process1"/>
    <dgm:cxn modelId="{531C077F-9592-4970-90EE-822B6E16CF0F}" type="presOf" srcId="{683B78DF-61F8-4079-92BD-40F937AD40C5}" destId="{661262EB-4D0F-4B3F-8347-21FFE71DAE62}" srcOrd="0" destOrd="0" presId="urn:microsoft.com/office/officeart/2005/8/layout/process1"/>
    <dgm:cxn modelId="{4D700456-69A0-489F-9FA1-4AF645A344D1}" srcId="{00DE61E6-E5E3-4122-8B11-44C0881C8D76}" destId="{2CC5AEFC-6E2F-4718-88E1-9B7E23D75B98}" srcOrd="0" destOrd="0" parTransId="{C84CC6E0-7727-4DBD-A616-B258F689A0D1}" sibTransId="{683B78DF-61F8-4079-92BD-40F937AD40C5}"/>
    <dgm:cxn modelId="{7461DD79-707E-4ABD-9602-DC94C54E0F3C}" type="presOf" srcId="{5E52C38A-3870-40AE-BF22-A4773782E53E}" destId="{E6FA0BAA-F5CE-4F88-9B7A-3781D0E69E6F}" srcOrd="1" destOrd="0" presId="urn:microsoft.com/office/officeart/2005/8/layout/process1"/>
    <dgm:cxn modelId="{EC5A7892-1639-41D2-99A7-F70A84A4E278}" type="presParOf" srcId="{8F82AE70-4E38-44FA-9740-4E740C6CDA9F}" destId="{2E6B667C-DAAC-488E-95AC-5CC2B9DA7701}" srcOrd="0" destOrd="0" presId="urn:microsoft.com/office/officeart/2005/8/layout/process1"/>
    <dgm:cxn modelId="{AD054F7F-7014-4692-BECB-C6B8DF10743E}" type="presParOf" srcId="{8F82AE70-4E38-44FA-9740-4E740C6CDA9F}" destId="{661262EB-4D0F-4B3F-8347-21FFE71DAE62}" srcOrd="1" destOrd="0" presId="urn:microsoft.com/office/officeart/2005/8/layout/process1"/>
    <dgm:cxn modelId="{F4F1F2C7-4E1A-4F1B-89C2-C92EFB879BE7}" type="presParOf" srcId="{661262EB-4D0F-4B3F-8347-21FFE71DAE62}" destId="{928141F6-81C6-48E3-AF83-CE0A3F13FC1E}" srcOrd="0" destOrd="0" presId="urn:microsoft.com/office/officeart/2005/8/layout/process1"/>
    <dgm:cxn modelId="{D2155F0A-1FAD-4E17-9F76-D294A28EE6C3}" type="presParOf" srcId="{8F82AE70-4E38-44FA-9740-4E740C6CDA9F}" destId="{55C639AD-0579-4B72-88E6-322253044EC6}" srcOrd="2" destOrd="0" presId="urn:microsoft.com/office/officeart/2005/8/layout/process1"/>
    <dgm:cxn modelId="{7E5A0AAD-F704-4F5B-A00B-6FC4193F6736}" type="presParOf" srcId="{8F82AE70-4E38-44FA-9740-4E740C6CDA9F}" destId="{801D2C4A-43A1-43BB-9801-3E38CDA3D2A8}" srcOrd="3" destOrd="0" presId="urn:microsoft.com/office/officeart/2005/8/layout/process1"/>
    <dgm:cxn modelId="{4CEE3EAF-5EBC-4E96-A4BC-A021EE04A315}" type="presParOf" srcId="{801D2C4A-43A1-43BB-9801-3E38CDA3D2A8}" destId="{E6FA0BAA-F5CE-4F88-9B7A-3781D0E69E6F}" srcOrd="0" destOrd="0" presId="urn:microsoft.com/office/officeart/2005/8/layout/process1"/>
    <dgm:cxn modelId="{D4C7F1D5-FE20-419C-8BCA-B4AF38208217}" type="presParOf" srcId="{8F82AE70-4E38-44FA-9740-4E740C6CDA9F}" destId="{84E43AA3-3C9B-4218-B3F0-1023E342B6C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5070A7B-1F4B-42AE-9462-295D4726AC7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36AE685-7FDC-420E-BF45-E97DEF10936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Staff member 1 retrieves belongings and starts to put their shoes on. </a:t>
          </a:r>
          <a:endParaRPr lang="en-US" dirty="0"/>
        </a:p>
      </dgm:t>
    </dgm:pt>
    <dgm:pt modelId="{91228C13-6DAA-49CB-B942-6BBB57467397}" type="parTrans" cxnId="{7B234A4F-658C-4E20-BDD3-A5D9B4C18384}">
      <dgm:prSet/>
      <dgm:spPr/>
      <dgm:t>
        <a:bodyPr/>
        <a:lstStyle/>
        <a:p>
          <a:endParaRPr lang="en-US"/>
        </a:p>
      </dgm:t>
    </dgm:pt>
    <dgm:pt modelId="{C479ABF9-7256-49F8-A97C-3AB2359C18BA}" type="sibTrans" cxnId="{7B234A4F-658C-4E20-BDD3-A5D9B4C18384}">
      <dgm:prSet/>
      <dgm:spPr/>
      <dgm:t>
        <a:bodyPr/>
        <a:lstStyle/>
        <a:p>
          <a:endParaRPr lang="en-US"/>
        </a:p>
      </dgm:t>
    </dgm:pt>
    <dgm:pt modelId="{3607D16E-31AA-4A7A-A081-AC77714003B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Staff member two says to person being supported: “Oh look! </a:t>
          </a:r>
          <a:r>
            <a:rPr lang="en-US" dirty="0" err="1" smtClean="0"/>
            <a:t>Lets</a:t>
          </a:r>
          <a:r>
            <a:rPr lang="en-US" dirty="0" smtClean="0"/>
            <a:t> go see!”</a:t>
          </a:r>
          <a:endParaRPr lang="en-US" dirty="0"/>
        </a:p>
      </dgm:t>
    </dgm:pt>
    <dgm:pt modelId="{96B939D6-A422-4F31-984C-88F0E6433F9E}" type="parTrans" cxnId="{4AB04E9D-3CF0-4EC8-9DBE-31E64D061B40}">
      <dgm:prSet/>
      <dgm:spPr/>
      <dgm:t>
        <a:bodyPr/>
        <a:lstStyle/>
        <a:p>
          <a:endParaRPr lang="en-US"/>
        </a:p>
      </dgm:t>
    </dgm:pt>
    <dgm:pt modelId="{9EBB0682-A6A2-4CFA-9409-8B4697B86D65}" type="sibTrans" cxnId="{4AB04E9D-3CF0-4EC8-9DBE-31E64D061B40}">
      <dgm:prSet/>
      <dgm:spPr/>
      <dgm:t>
        <a:bodyPr/>
        <a:lstStyle/>
        <a:p>
          <a:endParaRPr lang="en-US"/>
        </a:p>
      </dgm:t>
    </dgm:pt>
    <dgm:pt modelId="{6AB05AA0-EC80-4ED2-AB34-C9200E4F77E3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Second staff member starts to walk off the trampoline</a:t>
          </a:r>
          <a:endParaRPr lang="en-US" dirty="0"/>
        </a:p>
      </dgm:t>
    </dgm:pt>
    <dgm:pt modelId="{60E39A72-37D9-4A79-93AF-D382D34690FD}" type="parTrans" cxnId="{7930074B-843E-4421-BD79-858C6EA052EF}">
      <dgm:prSet/>
      <dgm:spPr/>
      <dgm:t>
        <a:bodyPr/>
        <a:lstStyle/>
        <a:p>
          <a:endParaRPr lang="en-US"/>
        </a:p>
      </dgm:t>
    </dgm:pt>
    <dgm:pt modelId="{8EF02CC2-6536-4BB8-B312-21D73916359D}" type="sibTrans" cxnId="{7930074B-843E-4421-BD79-858C6EA052EF}">
      <dgm:prSet/>
      <dgm:spPr/>
      <dgm:t>
        <a:bodyPr/>
        <a:lstStyle/>
        <a:p>
          <a:endParaRPr lang="en-US"/>
        </a:p>
      </dgm:t>
    </dgm:pt>
    <dgm:pt modelId="{3A3DA707-7D49-4F1D-AACE-08056C2604D8}" type="pres">
      <dgm:prSet presAssocID="{45070A7B-1F4B-42AE-9462-295D4726AC74}" presName="Name0" presStyleCnt="0">
        <dgm:presLayoutVars>
          <dgm:dir/>
          <dgm:resizeHandles val="exact"/>
        </dgm:presLayoutVars>
      </dgm:prSet>
      <dgm:spPr/>
    </dgm:pt>
    <dgm:pt modelId="{110D3544-E44E-4F94-92C7-FBF997D7F9D4}" type="pres">
      <dgm:prSet presAssocID="{536AE685-7FDC-420E-BF45-E97DEF109369}" presName="node" presStyleLbl="node1" presStyleIdx="0" presStyleCnt="3" custLinFactNeighborX="-836" custLinFactNeighborY="20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8A3A90-5292-43FD-BC6B-2C7BB1B6AAEC}" type="pres">
      <dgm:prSet presAssocID="{C479ABF9-7256-49F8-A97C-3AB2359C18B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DD30BDB2-7E62-4786-A4D6-2C44859E379D}" type="pres">
      <dgm:prSet presAssocID="{C479ABF9-7256-49F8-A97C-3AB2359C18BA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ACF5DEC8-EF79-446B-BFA6-D89200151D8C}" type="pres">
      <dgm:prSet presAssocID="{3607D16E-31AA-4A7A-A081-AC77714003B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D8C525-E64F-4F34-9013-CF952E69C910}" type="pres">
      <dgm:prSet presAssocID="{9EBB0682-A6A2-4CFA-9409-8B4697B86D6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B5F1860-5843-4E95-9E9A-3DB7AEBA9B20}" type="pres">
      <dgm:prSet presAssocID="{9EBB0682-A6A2-4CFA-9409-8B4697B86D6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2ADA9CD-9487-4931-9DD2-1D778B9F72F5}" type="pres">
      <dgm:prSet presAssocID="{6AB05AA0-EC80-4ED2-AB34-C9200E4F77E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63A7EE9-A963-4E99-8380-32262B5E99DF}" type="presOf" srcId="{C479ABF9-7256-49F8-A97C-3AB2359C18BA}" destId="{988A3A90-5292-43FD-BC6B-2C7BB1B6AAEC}" srcOrd="0" destOrd="0" presId="urn:microsoft.com/office/officeart/2005/8/layout/process1"/>
    <dgm:cxn modelId="{609C839E-F626-4DA6-9256-A83B0132A099}" type="presOf" srcId="{536AE685-7FDC-420E-BF45-E97DEF109369}" destId="{110D3544-E44E-4F94-92C7-FBF997D7F9D4}" srcOrd="0" destOrd="0" presId="urn:microsoft.com/office/officeart/2005/8/layout/process1"/>
    <dgm:cxn modelId="{412DB441-3F85-40AF-97E0-DD65355BD44F}" type="presOf" srcId="{3607D16E-31AA-4A7A-A081-AC77714003B9}" destId="{ACF5DEC8-EF79-446B-BFA6-D89200151D8C}" srcOrd="0" destOrd="0" presId="urn:microsoft.com/office/officeart/2005/8/layout/process1"/>
    <dgm:cxn modelId="{7930074B-843E-4421-BD79-858C6EA052EF}" srcId="{45070A7B-1F4B-42AE-9462-295D4726AC74}" destId="{6AB05AA0-EC80-4ED2-AB34-C9200E4F77E3}" srcOrd="2" destOrd="0" parTransId="{60E39A72-37D9-4A79-93AF-D382D34690FD}" sibTransId="{8EF02CC2-6536-4BB8-B312-21D73916359D}"/>
    <dgm:cxn modelId="{EDB75EA8-55E5-45EB-9F5B-90CBBBCC1937}" type="presOf" srcId="{45070A7B-1F4B-42AE-9462-295D4726AC74}" destId="{3A3DA707-7D49-4F1D-AACE-08056C2604D8}" srcOrd="0" destOrd="0" presId="urn:microsoft.com/office/officeart/2005/8/layout/process1"/>
    <dgm:cxn modelId="{92FC29B2-D8C5-4DF7-B1BF-5B68C18AFC8D}" type="presOf" srcId="{6AB05AA0-EC80-4ED2-AB34-C9200E4F77E3}" destId="{E2ADA9CD-9487-4931-9DD2-1D778B9F72F5}" srcOrd="0" destOrd="0" presId="urn:microsoft.com/office/officeart/2005/8/layout/process1"/>
    <dgm:cxn modelId="{CF46E25A-13EF-4DC3-A3DF-5F4D3B216952}" type="presOf" srcId="{9EBB0682-A6A2-4CFA-9409-8B4697B86D65}" destId="{8BD8C525-E64F-4F34-9013-CF952E69C910}" srcOrd="0" destOrd="0" presId="urn:microsoft.com/office/officeart/2005/8/layout/process1"/>
    <dgm:cxn modelId="{4AB04E9D-3CF0-4EC8-9DBE-31E64D061B40}" srcId="{45070A7B-1F4B-42AE-9462-295D4726AC74}" destId="{3607D16E-31AA-4A7A-A081-AC77714003B9}" srcOrd="1" destOrd="0" parTransId="{96B939D6-A422-4F31-984C-88F0E6433F9E}" sibTransId="{9EBB0682-A6A2-4CFA-9409-8B4697B86D65}"/>
    <dgm:cxn modelId="{7B234A4F-658C-4E20-BDD3-A5D9B4C18384}" srcId="{45070A7B-1F4B-42AE-9462-295D4726AC74}" destId="{536AE685-7FDC-420E-BF45-E97DEF109369}" srcOrd="0" destOrd="0" parTransId="{91228C13-6DAA-49CB-B942-6BBB57467397}" sibTransId="{C479ABF9-7256-49F8-A97C-3AB2359C18BA}"/>
    <dgm:cxn modelId="{749F4DB5-7B95-4127-B8AD-1C4138513AB3}" type="presOf" srcId="{9EBB0682-A6A2-4CFA-9409-8B4697B86D65}" destId="{7B5F1860-5843-4E95-9E9A-3DB7AEBA9B20}" srcOrd="1" destOrd="0" presId="urn:microsoft.com/office/officeart/2005/8/layout/process1"/>
    <dgm:cxn modelId="{81278595-F271-4C4A-8C2C-EC1B099A9AD0}" type="presOf" srcId="{C479ABF9-7256-49F8-A97C-3AB2359C18BA}" destId="{DD30BDB2-7E62-4786-A4D6-2C44859E379D}" srcOrd="1" destOrd="0" presId="urn:microsoft.com/office/officeart/2005/8/layout/process1"/>
    <dgm:cxn modelId="{66D46627-3E52-4E17-938F-09B6679B1F77}" type="presParOf" srcId="{3A3DA707-7D49-4F1D-AACE-08056C2604D8}" destId="{110D3544-E44E-4F94-92C7-FBF997D7F9D4}" srcOrd="0" destOrd="0" presId="urn:microsoft.com/office/officeart/2005/8/layout/process1"/>
    <dgm:cxn modelId="{CEF331EC-2AD7-436F-AF6B-25B11036F688}" type="presParOf" srcId="{3A3DA707-7D49-4F1D-AACE-08056C2604D8}" destId="{988A3A90-5292-43FD-BC6B-2C7BB1B6AAEC}" srcOrd="1" destOrd="0" presId="urn:microsoft.com/office/officeart/2005/8/layout/process1"/>
    <dgm:cxn modelId="{A33EE2F8-B3B8-4474-BA7E-8B74C190A7AA}" type="presParOf" srcId="{988A3A90-5292-43FD-BC6B-2C7BB1B6AAEC}" destId="{DD30BDB2-7E62-4786-A4D6-2C44859E379D}" srcOrd="0" destOrd="0" presId="urn:microsoft.com/office/officeart/2005/8/layout/process1"/>
    <dgm:cxn modelId="{0E9B500F-1936-4CE8-8740-C47EF319A40B}" type="presParOf" srcId="{3A3DA707-7D49-4F1D-AACE-08056C2604D8}" destId="{ACF5DEC8-EF79-446B-BFA6-D89200151D8C}" srcOrd="2" destOrd="0" presId="urn:microsoft.com/office/officeart/2005/8/layout/process1"/>
    <dgm:cxn modelId="{39C902F8-0EE1-4E2D-ADFD-8ED2B56A17B8}" type="presParOf" srcId="{3A3DA707-7D49-4F1D-AACE-08056C2604D8}" destId="{8BD8C525-E64F-4F34-9013-CF952E69C910}" srcOrd="3" destOrd="0" presId="urn:microsoft.com/office/officeart/2005/8/layout/process1"/>
    <dgm:cxn modelId="{F60CCCA5-8D2C-4CFE-9764-9C3484780228}" type="presParOf" srcId="{8BD8C525-E64F-4F34-9013-CF952E69C910}" destId="{7B5F1860-5843-4E95-9E9A-3DB7AEBA9B20}" srcOrd="0" destOrd="0" presId="urn:microsoft.com/office/officeart/2005/8/layout/process1"/>
    <dgm:cxn modelId="{C209D66E-AEC2-47EE-9CF0-BFF6901F0C76}" type="presParOf" srcId="{3A3DA707-7D49-4F1D-AACE-08056C2604D8}" destId="{E2ADA9CD-9487-4931-9DD2-1D778B9F72F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5070A7B-1F4B-42AE-9462-295D4726AC7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36AE685-7FDC-420E-BF45-E97DEF10936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Start the session with identifying a new place </a:t>
          </a:r>
        </a:p>
        <a:p>
          <a:r>
            <a:rPr lang="en-US" dirty="0" smtClean="0"/>
            <a:t>“</a:t>
          </a:r>
          <a:r>
            <a:rPr lang="en-US" dirty="0" err="1" smtClean="0"/>
            <a:t>lets</a:t>
          </a:r>
          <a:r>
            <a:rPr lang="en-US" dirty="0" smtClean="0"/>
            <a:t> go….” </a:t>
          </a:r>
          <a:endParaRPr lang="en-US" dirty="0"/>
        </a:p>
      </dgm:t>
    </dgm:pt>
    <dgm:pt modelId="{91228C13-6DAA-49CB-B942-6BBB57467397}" type="parTrans" cxnId="{7B234A4F-658C-4E20-BDD3-A5D9B4C18384}">
      <dgm:prSet/>
      <dgm:spPr/>
      <dgm:t>
        <a:bodyPr/>
        <a:lstStyle/>
        <a:p>
          <a:endParaRPr lang="en-US"/>
        </a:p>
      </dgm:t>
    </dgm:pt>
    <dgm:pt modelId="{C479ABF9-7256-49F8-A97C-3AB2359C18BA}" type="sibTrans" cxnId="{7B234A4F-658C-4E20-BDD3-A5D9B4C18384}">
      <dgm:prSet/>
      <dgm:spPr/>
      <dgm:t>
        <a:bodyPr/>
        <a:lstStyle/>
        <a:p>
          <a:endParaRPr lang="en-US"/>
        </a:p>
      </dgm:t>
    </dgm:pt>
    <dgm:pt modelId="{3607D16E-31AA-4A7A-A081-AC77714003B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Familiarisation,  staff enthusiasm and subtle cues </a:t>
          </a:r>
          <a:endParaRPr lang="en-US" dirty="0"/>
        </a:p>
      </dgm:t>
    </dgm:pt>
    <dgm:pt modelId="{96B939D6-A422-4F31-984C-88F0E6433F9E}" type="parTrans" cxnId="{4AB04E9D-3CF0-4EC8-9DBE-31E64D061B40}">
      <dgm:prSet/>
      <dgm:spPr/>
      <dgm:t>
        <a:bodyPr/>
        <a:lstStyle/>
        <a:p>
          <a:endParaRPr lang="en-US"/>
        </a:p>
      </dgm:t>
    </dgm:pt>
    <dgm:pt modelId="{9EBB0682-A6A2-4CFA-9409-8B4697B86D65}" type="sibTrans" cxnId="{4AB04E9D-3CF0-4EC8-9DBE-31E64D061B40}">
      <dgm:prSet/>
      <dgm:spPr/>
      <dgm:t>
        <a:bodyPr/>
        <a:lstStyle/>
        <a:p>
          <a:endParaRPr lang="en-US"/>
        </a:p>
      </dgm:t>
    </dgm:pt>
    <dgm:pt modelId="{6AB05AA0-EC80-4ED2-AB34-C9200E4F77E3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Increasing time and frequency</a:t>
          </a:r>
          <a:endParaRPr lang="en-US" dirty="0"/>
        </a:p>
      </dgm:t>
    </dgm:pt>
    <dgm:pt modelId="{60E39A72-37D9-4A79-93AF-D382D34690FD}" type="parTrans" cxnId="{7930074B-843E-4421-BD79-858C6EA052EF}">
      <dgm:prSet/>
      <dgm:spPr/>
      <dgm:t>
        <a:bodyPr/>
        <a:lstStyle/>
        <a:p>
          <a:endParaRPr lang="en-US"/>
        </a:p>
      </dgm:t>
    </dgm:pt>
    <dgm:pt modelId="{8EF02CC2-6536-4BB8-B312-21D73916359D}" type="sibTrans" cxnId="{7930074B-843E-4421-BD79-858C6EA052EF}">
      <dgm:prSet/>
      <dgm:spPr/>
      <dgm:t>
        <a:bodyPr/>
        <a:lstStyle/>
        <a:p>
          <a:endParaRPr lang="en-US"/>
        </a:p>
      </dgm:t>
    </dgm:pt>
    <dgm:pt modelId="{3A3DA707-7D49-4F1D-AACE-08056C2604D8}" type="pres">
      <dgm:prSet presAssocID="{45070A7B-1F4B-42AE-9462-295D4726AC74}" presName="Name0" presStyleCnt="0">
        <dgm:presLayoutVars>
          <dgm:dir/>
          <dgm:resizeHandles val="exact"/>
        </dgm:presLayoutVars>
      </dgm:prSet>
      <dgm:spPr/>
    </dgm:pt>
    <dgm:pt modelId="{110D3544-E44E-4F94-92C7-FBF997D7F9D4}" type="pres">
      <dgm:prSet presAssocID="{536AE685-7FDC-420E-BF45-E97DEF109369}" presName="node" presStyleLbl="node1" presStyleIdx="0" presStyleCnt="3" custLinFactNeighborX="-836" custLinFactNeighborY="20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8A3A90-5292-43FD-BC6B-2C7BB1B6AAEC}" type="pres">
      <dgm:prSet presAssocID="{C479ABF9-7256-49F8-A97C-3AB2359C18B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DD30BDB2-7E62-4786-A4D6-2C44859E379D}" type="pres">
      <dgm:prSet presAssocID="{C479ABF9-7256-49F8-A97C-3AB2359C18BA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ACF5DEC8-EF79-446B-BFA6-D89200151D8C}" type="pres">
      <dgm:prSet presAssocID="{3607D16E-31AA-4A7A-A081-AC77714003B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D8C525-E64F-4F34-9013-CF952E69C910}" type="pres">
      <dgm:prSet presAssocID="{9EBB0682-A6A2-4CFA-9409-8B4697B86D6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B5F1860-5843-4E95-9E9A-3DB7AEBA9B20}" type="pres">
      <dgm:prSet presAssocID="{9EBB0682-A6A2-4CFA-9409-8B4697B86D6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2ADA9CD-9487-4931-9DD2-1D778B9F72F5}" type="pres">
      <dgm:prSet presAssocID="{6AB05AA0-EC80-4ED2-AB34-C9200E4F77E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63A7EE9-A963-4E99-8380-32262B5E99DF}" type="presOf" srcId="{C479ABF9-7256-49F8-A97C-3AB2359C18BA}" destId="{988A3A90-5292-43FD-BC6B-2C7BB1B6AAEC}" srcOrd="0" destOrd="0" presId="urn:microsoft.com/office/officeart/2005/8/layout/process1"/>
    <dgm:cxn modelId="{609C839E-F626-4DA6-9256-A83B0132A099}" type="presOf" srcId="{536AE685-7FDC-420E-BF45-E97DEF109369}" destId="{110D3544-E44E-4F94-92C7-FBF997D7F9D4}" srcOrd="0" destOrd="0" presId="urn:microsoft.com/office/officeart/2005/8/layout/process1"/>
    <dgm:cxn modelId="{412DB441-3F85-40AF-97E0-DD65355BD44F}" type="presOf" srcId="{3607D16E-31AA-4A7A-A081-AC77714003B9}" destId="{ACF5DEC8-EF79-446B-BFA6-D89200151D8C}" srcOrd="0" destOrd="0" presId="urn:microsoft.com/office/officeart/2005/8/layout/process1"/>
    <dgm:cxn modelId="{7930074B-843E-4421-BD79-858C6EA052EF}" srcId="{45070A7B-1F4B-42AE-9462-295D4726AC74}" destId="{6AB05AA0-EC80-4ED2-AB34-C9200E4F77E3}" srcOrd="2" destOrd="0" parTransId="{60E39A72-37D9-4A79-93AF-D382D34690FD}" sibTransId="{8EF02CC2-6536-4BB8-B312-21D73916359D}"/>
    <dgm:cxn modelId="{EDB75EA8-55E5-45EB-9F5B-90CBBBCC1937}" type="presOf" srcId="{45070A7B-1F4B-42AE-9462-295D4726AC74}" destId="{3A3DA707-7D49-4F1D-AACE-08056C2604D8}" srcOrd="0" destOrd="0" presId="urn:microsoft.com/office/officeart/2005/8/layout/process1"/>
    <dgm:cxn modelId="{92FC29B2-D8C5-4DF7-B1BF-5B68C18AFC8D}" type="presOf" srcId="{6AB05AA0-EC80-4ED2-AB34-C9200E4F77E3}" destId="{E2ADA9CD-9487-4931-9DD2-1D778B9F72F5}" srcOrd="0" destOrd="0" presId="urn:microsoft.com/office/officeart/2005/8/layout/process1"/>
    <dgm:cxn modelId="{CF46E25A-13EF-4DC3-A3DF-5F4D3B216952}" type="presOf" srcId="{9EBB0682-A6A2-4CFA-9409-8B4697B86D65}" destId="{8BD8C525-E64F-4F34-9013-CF952E69C910}" srcOrd="0" destOrd="0" presId="urn:microsoft.com/office/officeart/2005/8/layout/process1"/>
    <dgm:cxn modelId="{4AB04E9D-3CF0-4EC8-9DBE-31E64D061B40}" srcId="{45070A7B-1F4B-42AE-9462-295D4726AC74}" destId="{3607D16E-31AA-4A7A-A081-AC77714003B9}" srcOrd="1" destOrd="0" parTransId="{96B939D6-A422-4F31-984C-88F0E6433F9E}" sibTransId="{9EBB0682-A6A2-4CFA-9409-8B4697B86D65}"/>
    <dgm:cxn modelId="{7B234A4F-658C-4E20-BDD3-A5D9B4C18384}" srcId="{45070A7B-1F4B-42AE-9462-295D4726AC74}" destId="{536AE685-7FDC-420E-BF45-E97DEF109369}" srcOrd="0" destOrd="0" parTransId="{91228C13-6DAA-49CB-B942-6BBB57467397}" sibTransId="{C479ABF9-7256-49F8-A97C-3AB2359C18BA}"/>
    <dgm:cxn modelId="{749F4DB5-7B95-4127-B8AD-1C4138513AB3}" type="presOf" srcId="{9EBB0682-A6A2-4CFA-9409-8B4697B86D65}" destId="{7B5F1860-5843-4E95-9E9A-3DB7AEBA9B20}" srcOrd="1" destOrd="0" presId="urn:microsoft.com/office/officeart/2005/8/layout/process1"/>
    <dgm:cxn modelId="{81278595-F271-4C4A-8C2C-EC1B099A9AD0}" type="presOf" srcId="{C479ABF9-7256-49F8-A97C-3AB2359C18BA}" destId="{DD30BDB2-7E62-4786-A4D6-2C44859E379D}" srcOrd="1" destOrd="0" presId="urn:microsoft.com/office/officeart/2005/8/layout/process1"/>
    <dgm:cxn modelId="{66D46627-3E52-4E17-938F-09B6679B1F77}" type="presParOf" srcId="{3A3DA707-7D49-4F1D-AACE-08056C2604D8}" destId="{110D3544-E44E-4F94-92C7-FBF997D7F9D4}" srcOrd="0" destOrd="0" presId="urn:microsoft.com/office/officeart/2005/8/layout/process1"/>
    <dgm:cxn modelId="{CEF331EC-2AD7-436F-AF6B-25B11036F688}" type="presParOf" srcId="{3A3DA707-7D49-4F1D-AACE-08056C2604D8}" destId="{988A3A90-5292-43FD-BC6B-2C7BB1B6AAEC}" srcOrd="1" destOrd="0" presId="urn:microsoft.com/office/officeart/2005/8/layout/process1"/>
    <dgm:cxn modelId="{A33EE2F8-B3B8-4474-BA7E-8B74C190A7AA}" type="presParOf" srcId="{988A3A90-5292-43FD-BC6B-2C7BB1B6AAEC}" destId="{DD30BDB2-7E62-4786-A4D6-2C44859E379D}" srcOrd="0" destOrd="0" presId="urn:microsoft.com/office/officeart/2005/8/layout/process1"/>
    <dgm:cxn modelId="{0E9B500F-1936-4CE8-8740-C47EF319A40B}" type="presParOf" srcId="{3A3DA707-7D49-4F1D-AACE-08056C2604D8}" destId="{ACF5DEC8-EF79-446B-BFA6-D89200151D8C}" srcOrd="2" destOrd="0" presId="urn:microsoft.com/office/officeart/2005/8/layout/process1"/>
    <dgm:cxn modelId="{39C902F8-0EE1-4E2D-ADFD-8ED2B56A17B8}" type="presParOf" srcId="{3A3DA707-7D49-4F1D-AACE-08056C2604D8}" destId="{8BD8C525-E64F-4F34-9013-CF952E69C910}" srcOrd="3" destOrd="0" presId="urn:microsoft.com/office/officeart/2005/8/layout/process1"/>
    <dgm:cxn modelId="{F60CCCA5-8D2C-4CFE-9764-9C3484780228}" type="presParOf" srcId="{8BD8C525-E64F-4F34-9013-CF952E69C910}" destId="{7B5F1860-5843-4E95-9E9A-3DB7AEBA9B20}" srcOrd="0" destOrd="0" presId="urn:microsoft.com/office/officeart/2005/8/layout/process1"/>
    <dgm:cxn modelId="{C209D66E-AEC2-47EE-9CF0-BFF6901F0C76}" type="presParOf" srcId="{3A3DA707-7D49-4F1D-AACE-08056C2604D8}" destId="{E2ADA9CD-9487-4931-9DD2-1D778B9F72F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5070A7B-1F4B-42AE-9462-295D4726AC7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36AE685-7FDC-420E-BF45-E97DEF10936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Staff</a:t>
          </a:r>
          <a:r>
            <a:rPr lang="en-US" baseline="0" dirty="0" smtClean="0"/>
            <a:t> to eat their lunch in the car</a:t>
          </a:r>
          <a:endParaRPr lang="en-US" dirty="0"/>
        </a:p>
      </dgm:t>
    </dgm:pt>
    <dgm:pt modelId="{91228C13-6DAA-49CB-B942-6BBB57467397}" type="parTrans" cxnId="{7B234A4F-658C-4E20-BDD3-A5D9B4C18384}">
      <dgm:prSet/>
      <dgm:spPr/>
      <dgm:t>
        <a:bodyPr/>
        <a:lstStyle/>
        <a:p>
          <a:endParaRPr lang="en-US"/>
        </a:p>
      </dgm:t>
    </dgm:pt>
    <dgm:pt modelId="{C479ABF9-7256-49F8-A97C-3AB2359C18BA}" type="sibTrans" cxnId="{7B234A4F-658C-4E20-BDD3-A5D9B4C18384}">
      <dgm:prSet/>
      <dgm:spPr/>
      <dgm:t>
        <a:bodyPr/>
        <a:lstStyle/>
        <a:p>
          <a:endParaRPr lang="en-US"/>
        </a:p>
      </dgm:t>
    </dgm:pt>
    <dgm:pt modelId="{3607D16E-31AA-4A7A-A081-AC77714003B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Staff open service user’s lunch bag</a:t>
          </a:r>
          <a:endParaRPr lang="en-US" dirty="0"/>
        </a:p>
      </dgm:t>
    </dgm:pt>
    <dgm:pt modelId="{96B939D6-A422-4F31-984C-88F0E6433F9E}" type="parTrans" cxnId="{4AB04E9D-3CF0-4EC8-9DBE-31E64D061B40}">
      <dgm:prSet/>
      <dgm:spPr/>
      <dgm:t>
        <a:bodyPr/>
        <a:lstStyle/>
        <a:p>
          <a:endParaRPr lang="en-US"/>
        </a:p>
      </dgm:t>
    </dgm:pt>
    <dgm:pt modelId="{9EBB0682-A6A2-4CFA-9409-8B4697B86D65}" type="sibTrans" cxnId="{4AB04E9D-3CF0-4EC8-9DBE-31E64D061B40}">
      <dgm:prSet/>
      <dgm:spPr/>
      <dgm:t>
        <a:bodyPr/>
        <a:lstStyle/>
        <a:p>
          <a:endParaRPr lang="en-US"/>
        </a:p>
      </dgm:t>
    </dgm:pt>
    <dgm:pt modelId="{6AB05AA0-EC80-4ED2-AB34-C9200E4F77E3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Staff exit the car and allow privacy</a:t>
          </a:r>
          <a:endParaRPr lang="en-US" dirty="0"/>
        </a:p>
      </dgm:t>
    </dgm:pt>
    <dgm:pt modelId="{60E39A72-37D9-4A79-93AF-D382D34690FD}" type="parTrans" cxnId="{7930074B-843E-4421-BD79-858C6EA052EF}">
      <dgm:prSet/>
      <dgm:spPr/>
      <dgm:t>
        <a:bodyPr/>
        <a:lstStyle/>
        <a:p>
          <a:endParaRPr lang="en-US"/>
        </a:p>
      </dgm:t>
    </dgm:pt>
    <dgm:pt modelId="{8EF02CC2-6536-4BB8-B312-21D73916359D}" type="sibTrans" cxnId="{7930074B-843E-4421-BD79-858C6EA052EF}">
      <dgm:prSet/>
      <dgm:spPr/>
      <dgm:t>
        <a:bodyPr/>
        <a:lstStyle/>
        <a:p>
          <a:endParaRPr lang="en-US"/>
        </a:p>
      </dgm:t>
    </dgm:pt>
    <dgm:pt modelId="{3A3DA707-7D49-4F1D-AACE-08056C2604D8}" type="pres">
      <dgm:prSet presAssocID="{45070A7B-1F4B-42AE-9462-295D4726AC74}" presName="Name0" presStyleCnt="0">
        <dgm:presLayoutVars>
          <dgm:dir/>
          <dgm:resizeHandles val="exact"/>
        </dgm:presLayoutVars>
      </dgm:prSet>
      <dgm:spPr/>
    </dgm:pt>
    <dgm:pt modelId="{110D3544-E44E-4F94-92C7-FBF997D7F9D4}" type="pres">
      <dgm:prSet presAssocID="{536AE685-7FDC-420E-BF45-E97DEF109369}" presName="node" presStyleLbl="node1" presStyleIdx="0" presStyleCnt="3" custLinFactNeighborX="-836" custLinFactNeighborY="20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8A3A90-5292-43FD-BC6B-2C7BB1B6AAEC}" type="pres">
      <dgm:prSet presAssocID="{C479ABF9-7256-49F8-A97C-3AB2359C18B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DD30BDB2-7E62-4786-A4D6-2C44859E379D}" type="pres">
      <dgm:prSet presAssocID="{C479ABF9-7256-49F8-A97C-3AB2359C18BA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ACF5DEC8-EF79-446B-BFA6-D89200151D8C}" type="pres">
      <dgm:prSet presAssocID="{3607D16E-31AA-4A7A-A081-AC77714003B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D8C525-E64F-4F34-9013-CF952E69C910}" type="pres">
      <dgm:prSet presAssocID="{9EBB0682-A6A2-4CFA-9409-8B4697B86D6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B5F1860-5843-4E95-9E9A-3DB7AEBA9B20}" type="pres">
      <dgm:prSet presAssocID="{9EBB0682-A6A2-4CFA-9409-8B4697B86D6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2ADA9CD-9487-4931-9DD2-1D778B9F72F5}" type="pres">
      <dgm:prSet presAssocID="{6AB05AA0-EC80-4ED2-AB34-C9200E4F77E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63A7EE9-A963-4E99-8380-32262B5E99DF}" type="presOf" srcId="{C479ABF9-7256-49F8-A97C-3AB2359C18BA}" destId="{988A3A90-5292-43FD-BC6B-2C7BB1B6AAEC}" srcOrd="0" destOrd="0" presId="urn:microsoft.com/office/officeart/2005/8/layout/process1"/>
    <dgm:cxn modelId="{609C839E-F626-4DA6-9256-A83B0132A099}" type="presOf" srcId="{536AE685-7FDC-420E-BF45-E97DEF109369}" destId="{110D3544-E44E-4F94-92C7-FBF997D7F9D4}" srcOrd="0" destOrd="0" presId="urn:microsoft.com/office/officeart/2005/8/layout/process1"/>
    <dgm:cxn modelId="{412DB441-3F85-40AF-97E0-DD65355BD44F}" type="presOf" srcId="{3607D16E-31AA-4A7A-A081-AC77714003B9}" destId="{ACF5DEC8-EF79-446B-BFA6-D89200151D8C}" srcOrd="0" destOrd="0" presId="urn:microsoft.com/office/officeart/2005/8/layout/process1"/>
    <dgm:cxn modelId="{7930074B-843E-4421-BD79-858C6EA052EF}" srcId="{45070A7B-1F4B-42AE-9462-295D4726AC74}" destId="{6AB05AA0-EC80-4ED2-AB34-C9200E4F77E3}" srcOrd="2" destOrd="0" parTransId="{60E39A72-37D9-4A79-93AF-D382D34690FD}" sibTransId="{8EF02CC2-6536-4BB8-B312-21D73916359D}"/>
    <dgm:cxn modelId="{EDB75EA8-55E5-45EB-9F5B-90CBBBCC1937}" type="presOf" srcId="{45070A7B-1F4B-42AE-9462-295D4726AC74}" destId="{3A3DA707-7D49-4F1D-AACE-08056C2604D8}" srcOrd="0" destOrd="0" presId="urn:microsoft.com/office/officeart/2005/8/layout/process1"/>
    <dgm:cxn modelId="{92FC29B2-D8C5-4DF7-B1BF-5B68C18AFC8D}" type="presOf" srcId="{6AB05AA0-EC80-4ED2-AB34-C9200E4F77E3}" destId="{E2ADA9CD-9487-4931-9DD2-1D778B9F72F5}" srcOrd="0" destOrd="0" presId="urn:microsoft.com/office/officeart/2005/8/layout/process1"/>
    <dgm:cxn modelId="{CF46E25A-13EF-4DC3-A3DF-5F4D3B216952}" type="presOf" srcId="{9EBB0682-A6A2-4CFA-9409-8B4697B86D65}" destId="{8BD8C525-E64F-4F34-9013-CF952E69C910}" srcOrd="0" destOrd="0" presId="urn:microsoft.com/office/officeart/2005/8/layout/process1"/>
    <dgm:cxn modelId="{4AB04E9D-3CF0-4EC8-9DBE-31E64D061B40}" srcId="{45070A7B-1F4B-42AE-9462-295D4726AC74}" destId="{3607D16E-31AA-4A7A-A081-AC77714003B9}" srcOrd="1" destOrd="0" parTransId="{96B939D6-A422-4F31-984C-88F0E6433F9E}" sibTransId="{9EBB0682-A6A2-4CFA-9409-8B4697B86D65}"/>
    <dgm:cxn modelId="{7B234A4F-658C-4E20-BDD3-A5D9B4C18384}" srcId="{45070A7B-1F4B-42AE-9462-295D4726AC74}" destId="{536AE685-7FDC-420E-BF45-E97DEF109369}" srcOrd="0" destOrd="0" parTransId="{91228C13-6DAA-49CB-B942-6BBB57467397}" sibTransId="{C479ABF9-7256-49F8-A97C-3AB2359C18BA}"/>
    <dgm:cxn modelId="{749F4DB5-7B95-4127-B8AD-1C4138513AB3}" type="presOf" srcId="{9EBB0682-A6A2-4CFA-9409-8B4697B86D65}" destId="{7B5F1860-5843-4E95-9E9A-3DB7AEBA9B20}" srcOrd="1" destOrd="0" presId="urn:microsoft.com/office/officeart/2005/8/layout/process1"/>
    <dgm:cxn modelId="{81278595-F271-4C4A-8C2C-EC1B099A9AD0}" type="presOf" srcId="{C479ABF9-7256-49F8-A97C-3AB2359C18BA}" destId="{DD30BDB2-7E62-4786-A4D6-2C44859E379D}" srcOrd="1" destOrd="0" presId="urn:microsoft.com/office/officeart/2005/8/layout/process1"/>
    <dgm:cxn modelId="{66D46627-3E52-4E17-938F-09B6679B1F77}" type="presParOf" srcId="{3A3DA707-7D49-4F1D-AACE-08056C2604D8}" destId="{110D3544-E44E-4F94-92C7-FBF997D7F9D4}" srcOrd="0" destOrd="0" presId="urn:microsoft.com/office/officeart/2005/8/layout/process1"/>
    <dgm:cxn modelId="{CEF331EC-2AD7-436F-AF6B-25B11036F688}" type="presParOf" srcId="{3A3DA707-7D49-4F1D-AACE-08056C2604D8}" destId="{988A3A90-5292-43FD-BC6B-2C7BB1B6AAEC}" srcOrd="1" destOrd="0" presId="urn:microsoft.com/office/officeart/2005/8/layout/process1"/>
    <dgm:cxn modelId="{A33EE2F8-B3B8-4474-BA7E-8B74C190A7AA}" type="presParOf" srcId="{988A3A90-5292-43FD-BC6B-2C7BB1B6AAEC}" destId="{DD30BDB2-7E62-4786-A4D6-2C44859E379D}" srcOrd="0" destOrd="0" presId="urn:microsoft.com/office/officeart/2005/8/layout/process1"/>
    <dgm:cxn modelId="{0E9B500F-1936-4CE8-8740-C47EF319A40B}" type="presParOf" srcId="{3A3DA707-7D49-4F1D-AACE-08056C2604D8}" destId="{ACF5DEC8-EF79-446B-BFA6-D89200151D8C}" srcOrd="2" destOrd="0" presId="urn:microsoft.com/office/officeart/2005/8/layout/process1"/>
    <dgm:cxn modelId="{39C902F8-0EE1-4E2D-ADFD-8ED2B56A17B8}" type="presParOf" srcId="{3A3DA707-7D49-4F1D-AACE-08056C2604D8}" destId="{8BD8C525-E64F-4F34-9013-CF952E69C910}" srcOrd="3" destOrd="0" presId="urn:microsoft.com/office/officeart/2005/8/layout/process1"/>
    <dgm:cxn modelId="{F60CCCA5-8D2C-4CFE-9764-9C3484780228}" type="presParOf" srcId="{8BD8C525-E64F-4F34-9013-CF952E69C910}" destId="{7B5F1860-5843-4E95-9E9A-3DB7AEBA9B20}" srcOrd="0" destOrd="0" presId="urn:microsoft.com/office/officeart/2005/8/layout/process1"/>
    <dgm:cxn modelId="{C209D66E-AEC2-47EE-9CF0-BFF6901F0C76}" type="presParOf" srcId="{3A3DA707-7D49-4F1D-AACE-08056C2604D8}" destId="{E2ADA9CD-9487-4931-9DD2-1D778B9F72F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5070A7B-1F4B-42AE-9462-295D4726AC7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536AE685-7FDC-420E-BF45-E97DEF10936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Key words </a:t>
          </a:r>
          <a:endParaRPr lang="en-US" dirty="0"/>
        </a:p>
      </dgm:t>
    </dgm:pt>
    <dgm:pt modelId="{91228C13-6DAA-49CB-B942-6BBB57467397}" type="parTrans" cxnId="{7B234A4F-658C-4E20-BDD3-A5D9B4C18384}">
      <dgm:prSet/>
      <dgm:spPr/>
      <dgm:t>
        <a:bodyPr/>
        <a:lstStyle/>
        <a:p>
          <a:endParaRPr lang="en-US"/>
        </a:p>
      </dgm:t>
    </dgm:pt>
    <dgm:pt modelId="{C479ABF9-7256-49F8-A97C-3AB2359C18BA}" type="sibTrans" cxnId="{7B234A4F-658C-4E20-BDD3-A5D9B4C18384}">
      <dgm:prSet/>
      <dgm:spPr/>
      <dgm:t>
        <a:bodyPr/>
        <a:lstStyle/>
        <a:p>
          <a:endParaRPr lang="en-US"/>
        </a:p>
      </dgm:t>
    </dgm:pt>
    <dgm:pt modelId="{3607D16E-31AA-4A7A-A081-AC77714003B9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Encouraging choice</a:t>
          </a:r>
          <a:endParaRPr lang="en-US" dirty="0"/>
        </a:p>
      </dgm:t>
    </dgm:pt>
    <dgm:pt modelId="{96B939D6-A422-4F31-984C-88F0E6433F9E}" type="parTrans" cxnId="{4AB04E9D-3CF0-4EC8-9DBE-31E64D061B40}">
      <dgm:prSet/>
      <dgm:spPr/>
      <dgm:t>
        <a:bodyPr/>
        <a:lstStyle/>
        <a:p>
          <a:endParaRPr lang="en-US"/>
        </a:p>
      </dgm:t>
    </dgm:pt>
    <dgm:pt modelId="{9EBB0682-A6A2-4CFA-9409-8B4697B86D65}" type="sibTrans" cxnId="{4AB04E9D-3CF0-4EC8-9DBE-31E64D061B40}">
      <dgm:prSet/>
      <dgm:spPr/>
      <dgm:t>
        <a:bodyPr/>
        <a:lstStyle/>
        <a:p>
          <a:endParaRPr lang="en-US"/>
        </a:p>
      </dgm:t>
    </dgm:pt>
    <dgm:pt modelId="{6AB05AA0-EC80-4ED2-AB34-C9200E4F77E3}">
      <dgm:prSet phldrT="[Text]"/>
      <dgm:spPr>
        <a:solidFill>
          <a:srgbClr val="DB39B1"/>
        </a:solidFill>
      </dgm:spPr>
      <dgm:t>
        <a:bodyPr/>
        <a:lstStyle/>
        <a:p>
          <a:r>
            <a:rPr lang="en-US" dirty="0" smtClean="0"/>
            <a:t>Tone of Voice </a:t>
          </a:r>
          <a:endParaRPr lang="en-US" dirty="0"/>
        </a:p>
      </dgm:t>
    </dgm:pt>
    <dgm:pt modelId="{60E39A72-37D9-4A79-93AF-D382D34690FD}" type="parTrans" cxnId="{7930074B-843E-4421-BD79-858C6EA052EF}">
      <dgm:prSet/>
      <dgm:spPr/>
      <dgm:t>
        <a:bodyPr/>
        <a:lstStyle/>
        <a:p>
          <a:endParaRPr lang="en-US"/>
        </a:p>
      </dgm:t>
    </dgm:pt>
    <dgm:pt modelId="{8EF02CC2-6536-4BB8-B312-21D73916359D}" type="sibTrans" cxnId="{7930074B-843E-4421-BD79-858C6EA052EF}">
      <dgm:prSet/>
      <dgm:spPr/>
      <dgm:t>
        <a:bodyPr/>
        <a:lstStyle/>
        <a:p>
          <a:endParaRPr lang="en-US"/>
        </a:p>
      </dgm:t>
    </dgm:pt>
    <dgm:pt modelId="{3A3DA707-7D49-4F1D-AACE-08056C2604D8}" type="pres">
      <dgm:prSet presAssocID="{45070A7B-1F4B-42AE-9462-295D4726AC74}" presName="Name0" presStyleCnt="0">
        <dgm:presLayoutVars>
          <dgm:dir/>
          <dgm:resizeHandles val="exact"/>
        </dgm:presLayoutVars>
      </dgm:prSet>
      <dgm:spPr/>
    </dgm:pt>
    <dgm:pt modelId="{110D3544-E44E-4F94-92C7-FBF997D7F9D4}" type="pres">
      <dgm:prSet presAssocID="{536AE685-7FDC-420E-BF45-E97DEF109369}" presName="node" presStyleLbl="node1" presStyleIdx="0" presStyleCnt="3" custLinFactNeighborX="-836" custLinFactNeighborY="20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8A3A90-5292-43FD-BC6B-2C7BB1B6AAEC}" type="pres">
      <dgm:prSet presAssocID="{C479ABF9-7256-49F8-A97C-3AB2359C18BA}" presName="sibTrans" presStyleLbl="sibTrans2D1" presStyleIdx="0" presStyleCnt="2"/>
      <dgm:spPr/>
      <dgm:t>
        <a:bodyPr/>
        <a:lstStyle/>
        <a:p>
          <a:endParaRPr lang="en-US"/>
        </a:p>
      </dgm:t>
    </dgm:pt>
    <dgm:pt modelId="{DD30BDB2-7E62-4786-A4D6-2C44859E379D}" type="pres">
      <dgm:prSet presAssocID="{C479ABF9-7256-49F8-A97C-3AB2359C18BA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ACF5DEC8-EF79-446B-BFA6-D89200151D8C}" type="pres">
      <dgm:prSet presAssocID="{3607D16E-31AA-4A7A-A081-AC77714003B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D8C525-E64F-4F34-9013-CF952E69C910}" type="pres">
      <dgm:prSet presAssocID="{9EBB0682-A6A2-4CFA-9409-8B4697B86D65}" presName="sibTrans" presStyleLbl="sibTrans2D1" presStyleIdx="1" presStyleCnt="2"/>
      <dgm:spPr/>
      <dgm:t>
        <a:bodyPr/>
        <a:lstStyle/>
        <a:p>
          <a:endParaRPr lang="en-US"/>
        </a:p>
      </dgm:t>
    </dgm:pt>
    <dgm:pt modelId="{7B5F1860-5843-4E95-9E9A-3DB7AEBA9B20}" type="pres">
      <dgm:prSet presAssocID="{9EBB0682-A6A2-4CFA-9409-8B4697B86D65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2ADA9CD-9487-4931-9DD2-1D778B9F72F5}" type="pres">
      <dgm:prSet presAssocID="{6AB05AA0-EC80-4ED2-AB34-C9200E4F77E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63A7EE9-A963-4E99-8380-32262B5E99DF}" type="presOf" srcId="{C479ABF9-7256-49F8-A97C-3AB2359C18BA}" destId="{988A3A90-5292-43FD-BC6B-2C7BB1B6AAEC}" srcOrd="0" destOrd="0" presId="urn:microsoft.com/office/officeart/2005/8/layout/process1"/>
    <dgm:cxn modelId="{609C839E-F626-4DA6-9256-A83B0132A099}" type="presOf" srcId="{536AE685-7FDC-420E-BF45-E97DEF109369}" destId="{110D3544-E44E-4F94-92C7-FBF997D7F9D4}" srcOrd="0" destOrd="0" presId="urn:microsoft.com/office/officeart/2005/8/layout/process1"/>
    <dgm:cxn modelId="{412DB441-3F85-40AF-97E0-DD65355BD44F}" type="presOf" srcId="{3607D16E-31AA-4A7A-A081-AC77714003B9}" destId="{ACF5DEC8-EF79-446B-BFA6-D89200151D8C}" srcOrd="0" destOrd="0" presId="urn:microsoft.com/office/officeart/2005/8/layout/process1"/>
    <dgm:cxn modelId="{7930074B-843E-4421-BD79-858C6EA052EF}" srcId="{45070A7B-1F4B-42AE-9462-295D4726AC74}" destId="{6AB05AA0-EC80-4ED2-AB34-C9200E4F77E3}" srcOrd="2" destOrd="0" parTransId="{60E39A72-37D9-4A79-93AF-D382D34690FD}" sibTransId="{8EF02CC2-6536-4BB8-B312-21D73916359D}"/>
    <dgm:cxn modelId="{EDB75EA8-55E5-45EB-9F5B-90CBBBCC1937}" type="presOf" srcId="{45070A7B-1F4B-42AE-9462-295D4726AC74}" destId="{3A3DA707-7D49-4F1D-AACE-08056C2604D8}" srcOrd="0" destOrd="0" presId="urn:microsoft.com/office/officeart/2005/8/layout/process1"/>
    <dgm:cxn modelId="{92FC29B2-D8C5-4DF7-B1BF-5B68C18AFC8D}" type="presOf" srcId="{6AB05AA0-EC80-4ED2-AB34-C9200E4F77E3}" destId="{E2ADA9CD-9487-4931-9DD2-1D778B9F72F5}" srcOrd="0" destOrd="0" presId="urn:microsoft.com/office/officeart/2005/8/layout/process1"/>
    <dgm:cxn modelId="{CF46E25A-13EF-4DC3-A3DF-5F4D3B216952}" type="presOf" srcId="{9EBB0682-A6A2-4CFA-9409-8B4697B86D65}" destId="{8BD8C525-E64F-4F34-9013-CF952E69C910}" srcOrd="0" destOrd="0" presId="urn:microsoft.com/office/officeart/2005/8/layout/process1"/>
    <dgm:cxn modelId="{4AB04E9D-3CF0-4EC8-9DBE-31E64D061B40}" srcId="{45070A7B-1F4B-42AE-9462-295D4726AC74}" destId="{3607D16E-31AA-4A7A-A081-AC77714003B9}" srcOrd="1" destOrd="0" parTransId="{96B939D6-A422-4F31-984C-88F0E6433F9E}" sibTransId="{9EBB0682-A6A2-4CFA-9409-8B4697B86D65}"/>
    <dgm:cxn modelId="{7B234A4F-658C-4E20-BDD3-A5D9B4C18384}" srcId="{45070A7B-1F4B-42AE-9462-295D4726AC74}" destId="{536AE685-7FDC-420E-BF45-E97DEF109369}" srcOrd="0" destOrd="0" parTransId="{91228C13-6DAA-49CB-B942-6BBB57467397}" sibTransId="{C479ABF9-7256-49F8-A97C-3AB2359C18BA}"/>
    <dgm:cxn modelId="{749F4DB5-7B95-4127-B8AD-1C4138513AB3}" type="presOf" srcId="{9EBB0682-A6A2-4CFA-9409-8B4697B86D65}" destId="{7B5F1860-5843-4E95-9E9A-3DB7AEBA9B20}" srcOrd="1" destOrd="0" presId="urn:microsoft.com/office/officeart/2005/8/layout/process1"/>
    <dgm:cxn modelId="{81278595-F271-4C4A-8C2C-EC1B099A9AD0}" type="presOf" srcId="{C479ABF9-7256-49F8-A97C-3AB2359C18BA}" destId="{DD30BDB2-7E62-4786-A4D6-2C44859E379D}" srcOrd="1" destOrd="0" presId="urn:microsoft.com/office/officeart/2005/8/layout/process1"/>
    <dgm:cxn modelId="{66D46627-3E52-4E17-938F-09B6679B1F77}" type="presParOf" srcId="{3A3DA707-7D49-4F1D-AACE-08056C2604D8}" destId="{110D3544-E44E-4F94-92C7-FBF997D7F9D4}" srcOrd="0" destOrd="0" presId="urn:microsoft.com/office/officeart/2005/8/layout/process1"/>
    <dgm:cxn modelId="{CEF331EC-2AD7-436F-AF6B-25B11036F688}" type="presParOf" srcId="{3A3DA707-7D49-4F1D-AACE-08056C2604D8}" destId="{988A3A90-5292-43FD-BC6B-2C7BB1B6AAEC}" srcOrd="1" destOrd="0" presId="urn:microsoft.com/office/officeart/2005/8/layout/process1"/>
    <dgm:cxn modelId="{A33EE2F8-B3B8-4474-BA7E-8B74C190A7AA}" type="presParOf" srcId="{988A3A90-5292-43FD-BC6B-2C7BB1B6AAEC}" destId="{DD30BDB2-7E62-4786-A4D6-2C44859E379D}" srcOrd="0" destOrd="0" presId="urn:microsoft.com/office/officeart/2005/8/layout/process1"/>
    <dgm:cxn modelId="{0E9B500F-1936-4CE8-8740-C47EF319A40B}" type="presParOf" srcId="{3A3DA707-7D49-4F1D-AACE-08056C2604D8}" destId="{ACF5DEC8-EF79-446B-BFA6-D89200151D8C}" srcOrd="2" destOrd="0" presId="urn:microsoft.com/office/officeart/2005/8/layout/process1"/>
    <dgm:cxn modelId="{39C902F8-0EE1-4E2D-ADFD-8ED2B56A17B8}" type="presParOf" srcId="{3A3DA707-7D49-4F1D-AACE-08056C2604D8}" destId="{8BD8C525-E64F-4F34-9013-CF952E69C910}" srcOrd="3" destOrd="0" presId="urn:microsoft.com/office/officeart/2005/8/layout/process1"/>
    <dgm:cxn modelId="{F60CCCA5-8D2C-4CFE-9764-9C3484780228}" type="presParOf" srcId="{8BD8C525-E64F-4F34-9013-CF952E69C910}" destId="{7B5F1860-5843-4E95-9E9A-3DB7AEBA9B20}" srcOrd="0" destOrd="0" presId="urn:microsoft.com/office/officeart/2005/8/layout/process1"/>
    <dgm:cxn modelId="{C209D66E-AEC2-47EE-9CF0-BFF6901F0C76}" type="presParOf" srcId="{3A3DA707-7D49-4F1D-AACE-08056C2604D8}" destId="{E2ADA9CD-9487-4931-9DD2-1D778B9F72F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DA32A-EC81-4092-AA5E-B0C4BE654F2F}">
      <dsp:nvSpPr>
        <dsp:cNvPr id="0" name=""/>
        <dsp:cNvSpPr/>
      </dsp:nvSpPr>
      <dsp:spPr>
        <a:xfrm>
          <a:off x="1905474" y="365760"/>
          <a:ext cx="4551680" cy="4551680"/>
        </a:xfrm>
        <a:prstGeom prst="pie">
          <a:avLst>
            <a:gd name="adj1" fmla="val 16200000"/>
            <a:gd name="adj2" fmla="val 180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Communication</a:t>
          </a:r>
          <a:endParaRPr lang="en-US" sz="1800" kern="1200" dirty="0"/>
        </a:p>
      </dsp:txBody>
      <dsp:txXfrm>
        <a:off x="4380179" y="1205653"/>
        <a:ext cx="1544320" cy="1517226"/>
      </dsp:txXfrm>
    </dsp:sp>
    <dsp:sp modelId="{FD62B35D-C269-4DDE-BF66-02A190ED120B}">
      <dsp:nvSpPr>
        <dsp:cNvPr id="0" name=""/>
        <dsp:cNvSpPr/>
      </dsp:nvSpPr>
      <dsp:spPr>
        <a:xfrm>
          <a:off x="1670845" y="501226"/>
          <a:ext cx="4551680" cy="455168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Restrictive Routines</a:t>
          </a:r>
          <a:endParaRPr lang="en-US" sz="1800" kern="1200" dirty="0"/>
        </a:p>
      </dsp:txBody>
      <dsp:txXfrm>
        <a:off x="2917139" y="3373120"/>
        <a:ext cx="2059093" cy="1408853"/>
      </dsp:txXfrm>
    </dsp:sp>
    <dsp:sp modelId="{CC039396-C6AD-44B5-AE36-0EA0E0EEFF20}">
      <dsp:nvSpPr>
        <dsp:cNvPr id="0" name=""/>
        <dsp:cNvSpPr/>
      </dsp:nvSpPr>
      <dsp:spPr>
        <a:xfrm>
          <a:off x="1670845" y="501226"/>
          <a:ext cx="4551680" cy="455168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Sensory Profile</a:t>
          </a:r>
          <a:endParaRPr lang="en-US" sz="1800" kern="1200" dirty="0"/>
        </a:p>
      </dsp:txBody>
      <dsp:txXfrm>
        <a:off x="2158525" y="1395306"/>
        <a:ext cx="1544320" cy="15172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DA32A-EC81-4092-AA5E-B0C4BE654F2F}">
      <dsp:nvSpPr>
        <dsp:cNvPr id="0" name=""/>
        <dsp:cNvSpPr/>
      </dsp:nvSpPr>
      <dsp:spPr>
        <a:xfrm>
          <a:off x="1813911" y="390047"/>
          <a:ext cx="4095495" cy="4095495"/>
        </a:xfrm>
        <a:prstGeom prst="pie">
          <a:avLst>
            <a:gd name="adj1" fmla="val 16200000"/>
            <a:gd name="adj2" fmla="val 540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Sensory</a:t>
          </a:r>
          <a:r>
            <a:rPr lang="en-US" sz="2500" kern="1200" baseline="0" dirty="0" smtClean="0"/>
            <a:t> Needs </a:t>
          </a:r>
          <a:endParaRPr lang="en-US" sz="2500" kern="1200" dirty="0"/>
        </a:p>
      </dsp:txBody>
      <dsp:txXfrm>
        <a:off x="3861658" y="999495"/>
        <a:ext cx="1438299" cy="2876598"/>
      </dsp:txXfrm>
    </dsp:sp>
    <dsp:sp modelId="{FD62B35D-C269-4DDE-BF66-02A190ED120B}">
      <dsp:nvSpPr>
        <dsp:cNvPr id="0" name=""/>
        <dsp:cNvSpPr/>
      </dsp:nvSpPr>
      <dsp:spPr>
        <a:xfrm>
          <a:off x="1716399" y="390047"/>
          <a:ext cx="4095495" cy="409549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Restrictive Routines</a:t>
          </a:r>
          <a:endParaRPr lang="en-US" sz="2500" kern="1200" dirty="0"/>
        </a:p>
      </dsp:txBody>
      <dsp:txXfrm>
        <a:off x="2301470" y="999495"/>
        <a:ext cx="1438299" cy="28765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DA32A-EC81-4092-AA5E-B0C4BE654F2F}">
      <dsp:nvSpPr>
        <dsp:cNvPr id="0" name=""/>
        <dsp:cNvSpPr/>
      </dsp:nvSpPr>
      <dsp:spPr>
        <a:xfrm>
          <a:off x="1930399" y="1135248"/>
          <a:ext cx="3901427" cy="3580033"/>
        </a:xfrm>
        <a:prstGeom prst="ellipse">
          <a:avLst/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Restrictive Routines</a:t>
          </a:r>
          <a:endParaRPr lang="en-US" sz="4800" kern="1200" dirty="0"/>
        </a:p>
      </dsp:txBody>
      <dsp:txXfrm>
        <a:off x="2510969" y="1667991"/>
        <a:ext cx="2740288" cy="25145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6B667C-DAAC-488E-95AC-5CC2B9DA7701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Go to the car </a:t>
          </a:r>
          <a:endParaRPr lang="en-US" sz="2400" kern="1200" dirty="0"/>
        </a:p>
      </dsp:txBody>
      <dsp:txXfrm>
        <a:off x="44665" y="2106299"/>
        <a:ext cx="2060143" cy="1206068"/>
      </dsp:txXfrm>
    </dsp:sp>
    <dsp:sp modelId="{661262EB-4D0F-4B3F-8347-21FFE71DAE62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2355850" y="2550475"/>
        <a:ext cx="316861" cy="317716"/>
      </dsp:txXfrm>
    </dsp:sp>
    <dsp:sp modelId="{55C639AD-0579-4B72-88E6-322253044EC6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Park at the side of the building </a:t>
          </a:r>
          <a:endParaRPr lang="en-US" sz="2400" kern="1200" dirty="0"/>
        </a:p>
      </dsp:txBody>
      <dsp:txXfrm>
        <a:off x="3033928" y="2106299"/>
        <a:ext cx="2060143" cy="1206068"/>
      </dsp:txXfrm>
    </dsp:sp>
    <dsp:sp modelId="{801D2C4A-43A1-43BB-9801-3E38CDA3D2A8}">
      <dsp:nvSpPr>
        <dsp:cNvPr id="0" name=""/>
        <dsp:cNvSpPr/>
      </dsp:nvSpPr>
      <dsp:spPr>
        <a:xfrm rot="21594856">
          <a:off x="5346898" y="2442308"/>
          <a:ext cx="456446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5346898" y="2548315"/>
        <a:ext cx="319512" cy="317716"/>
      </dsp:txXfrm>
    </dsp:sp>
    <dsp:sp modelId="{84E43AA3-3C9B-4218-B3F0-1023E342B6CF}">
      <dsp:nvSpPr>
        <dsp:cNvPr id="0" name=""/>
        <dsp:cNvSpPr/>
      </dsp:nvSpPr>
      <dsp:spPr>
        <a:xfrm>
          <a:off x="5992812" y="2064293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Sit in the car saying “</a:t>
          </a:r>
          <a:r>
            <a:rPr lang="en-US" sz="2400" kern="1200" dirty="0" err="1" smtClean="0"/>
            <a:t>lets</a:t>
          </a:r>
          <a:r>
            <a:rPr lang="en-US" sz="2400" kern="1200" dirty="0" smtClean="0"/>
            <a:t> go play!” </a:t>
          </a:r>
          <a:endParaRPr lang="en-US" sz="2400" kern="1200" dirty="0"/>
        </a:p>
      </dsp:txBody>
      <dsp:txXfrm>
        <a:off x="6030334" y="2101815"/>
        <a:ext cx="2060143" cy="12060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6B667C-DAAC-488E-95AC-5CC2B9DA7701}">
      <dsp:nvSpPr>
        <dsp:cNvPr id="0" name=""/>
        <dsp:cNvSpPr/>
      </dsp:nvSpPr>
      <dsp:spPr>
        <a:xfrm>
          <a:off x="7143" y="363343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Go to the car </a:t>
          </a:r>
          <a:endParaRPr lang="en-US" sz="1900" kern="1200" dirty="0"/>
        </a:p>
      </dsp:txBody>
      <dsp:txXfrm>
        <a:off x="44665" y="400865"/>
        <a:ext cx="2060143" cy="1206068"/>
      </dsp:txXfrm>
    </dsp:sp>
    <dsp:sp modelId="{661262EB-4D0F-4B3F-8347-21FFE71DAE62}">
      <dsp:nvSpPr>
        <dsp:cNvPr id="0" name=""/>
        <dsp:cNvSpPr/>
      </dsp:nvSpPr>
      <dsp:spPr>
        <a:xfrm>
          <a:off x="2355850" y="73913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2355850" y="845041"/>
        <a:ext cx="316861" cy="317716"/>
      </dsp:txXfrm>
    </dsp:sp>
    <dsp:sp modelId="{55C639AD-0579-4B72-88E6-322253044EC6}">
      <dsp:nvSpPr>
        <dsp:cNvPr id="0" name=""/>
        <dsp:cNvSpPr/>
      </dsp:nvSpPr>
      <dsp:spPr>
        <a:xfrm>
          <a:off x="2996406" y="363343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Park at the front of the building with the sign visible.</a:t>
          </a:r>
          <a:endParaRPr lang="en-US" sz="1900" kern="1200" dirty="0"/>
        </a:p>
      </dsp:txBody>
      <dsp:txXfrm>
        <a:off x="3033928" y="400865"/>
        <a:ext cx="2060143" cy="1206068"/>
      </dsp:txXfrm>
    </dsp:sp>
    <dsp:sp modelId="{801D2C4A-43A1-43BB-9801-3E38CDA3D2A8}">
      <dsp:nvSpPr>
        <dsp:cNvPr id="0" name=""/>
        <dsp:cNvSpPr/>
      </dsp:nvSpPr>
      <dsp:spPr>
        <a:xfrm rot="21556952">
          <a:off x="5346880" y="720213"/>
          <a:ext cx="456481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/>
        </a:p>
      </dsp:txBody>
      <dsp:txXfrm>
        <a:off x="5346885" y="826975"/>
        <a:ext cx="319537" cy="317716"/>
      </dsp:txXfrm>
    </dsp:sp>
    <dsp:sp modelId="{84E43AA3-3C9B-4218-B3F0-1023E342B6CF}">
      <dsp:nvSpPr>
        <dsp:cNvPr id="0" name=""/>
        <dsp:cNvSpPr/>
      </dsp:nvSpPr>
      <dsp:spPr>
        <a:xfrm>
          <a:off x="5992812" y="325819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Say “</a:t>
          </a:r>
          <a:r>
            <a:rPr lang="en-US" sz="1900" kern="1200" dirty="0" err="1" smtClean="0"/>
            <a:t>lets</a:t>
          </a:r>
          <a:r>
            <a:rPr lang="en-US" sz="1900" kern="1200" dirty="0" smtClean="0"/>
            <a:t> go jump!” </a:t>
          </a:r>
          <a:endParaRPr lang="en-US" sz="1900" kern="1200" dirty="0"/>
        </a:p>
      </dsp:txBody>
      <dsp:txXfrm>
        <a:off x="6030334" y="363341"/>
        <a:ext cx="2060143" cy="12060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D3544-E44E-4F94-92C7-FBF997D7F9D4}">
      <dsp:nvSpPr>
        <dsp:cNvPr id="0" name=""/>
        <dsp:cNvSpPr/>
      </dsp:nvSpPr>
      <dsp:spPr>
        <a:xfrm>
          <a:off x="3" y="540225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Staff member 1 retrieves belongings and starts to put their shoes on. </a:t>
          </a:r>
          <a:endParaRPr lang="en-US" sz="1800" kern="1200" dirty="0"/>
        </a:p>
      </dsp:txBody>
      <dsp:txXfrm>
        <a:off x="37525" y="577747"/>
        <a:ext cx="2060143" cy="1206068"/>
      </dsp:txXfrm>
    </dsp:sp>
    <dsp:sp modelId="{988A3A90-5292-43FD-BC6B-2C7BB1B6AAEC}">
      <dsp:nvSpPr>
        <dsp:cNvPr id="0" name=""/>
        <dsp:cNvSpPr/>
      </dsp:nvSpPr>
      <dsp:spPr>
        <a:xfrm rot="21570443">
          <a:off x="2350486" y="903025"/>
          <a:ext cx="456460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350489" y="1009519"/>
        <a:ext cx="319522" cy="317716"/>
      </dsp:txXfrm>
    </dsp:sp>
    <dsp:sp modelId="{ACF5DEC8-EF79-446B-BFA6-D89200151D8C}">
      <dsp:nvSpPr>
        <dsp:cNvPr id="0" name=""/>
        <dsp:cNvSpPr/>
      </dsp:nvSpPr>
      <dsp:spPr>
        <a:xfrm>
          <a:off x="2996406" y="514462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Staff member two says to person being supported: “Oh look! </a:t>
          </a:r>
          <a:r>
            <a:rPr lang="en-US" sz="1800" kern="1200" dirty="0" err="1" smtClean="0"/>
            <a:t>Lets</a:t>
          </a:r>
          <a:r>
            <a:rPr lang="en-US" sz="1800" kern="1200" dirty="0" smtClean="0"/>
            <a:t> go see!”</a:t>
          </a:r>
          <a:endParaRPr lang="en-US" sz="1800" kern="1200" dirty="0"/>
        </a:p>
      </dsp:txBody>
      <dsp:txXfrm>
        <a:off x="3033928" y="551984"/>
        <a:ext cx="2060143" cy="1206068"/>
      </dsp:txXfrm>
    </dsp:sp>
    <dsp:sp modelId="{8BD8C525-E64F-4F34-9013-CF952E69C910}">
      <dsp:nvSpPr>
        <dsp:cNvPr id="0" name=""/>
        <dsp:cNvSpPr/>
      </dsp:nvSpPr>
      <dsp:spPr>
        <a:xfrm>
          <a:off x="5345112" y="890255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5345112" y="996160"/>
        <a:ext cx="316861" cy="317716"/>
      </dsp:txXfrm>
    </dsp:sp>
    <dsp:sp modelId="{E2ADA9CD-9487-4931-9DD2-1D778B9F72F5}">
      <dsp:nvSpPr>
        <dsp:cNvPr id="0" name=""/>
        <dsp:cNvSpPr/>
      </dsp:nvSpPr>
      <dsp:spPr>
        <a:xfrm>
          <a:off x="5985668" y="514462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Second staff member starts to walk off the trampoline</a:t>
          </a:r>
          <a:endParaRPr lang="en-US" sz="1800" kern="1200" dirty="0"/>
        </a:p>
      </dsp:txBody>
      <dsp:txXfrm>
        <a:off x="6023190" y="551984"/>
        <a:ext cx="2060143" cy="12060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D3544-E44E-4F94-92C7-FBF997D7F9D4}">
      <dsp:nvSpPr>
        <dsp:cNvPr id="0" name=""/>
        <dsp:cNvSpPr/>
      </dsp:nvSpPr>
      <dsp:spPr>
        <a:xfrm>
          <a:off x="3" y="511406"/>
          <a:ext cx="2135187" cy="1341164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Start the session with identifying a new place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“</a:t>
          </a:r>
          <a:r>
            <a:rPr lang="en-US" sz="1800" kern="1200" dirty="0" err="1" smtClean="0"/>
            <a:t>lets</a:t>
          </a:r>
          <a:r>
            <a:rPr lang="en-US" sz="1800" kern="1200" dirty="0" smtClean="0"/>
            <a:t> go….” </a:t>
          </a:r>
          <a:endParaRPr lang="en-US" sz="1800" kern="1200" dirty="0"/>
        </a:p>
      </dsp:txBody>
      <dsp:txXfrm>
        <a:off x="39284" y="550687"/>
        <a:ext cx="2056625" cy="1262602"/>
      </dsp:txXfrm>
    </dsp:sp>
    <dsp:sp modelId="{988A3A90-5292-43FD-BC6B-2C7BB1B6AAEC}">
      <dsp:nvSpPr>
        <dsp:cNvPr id="0" name=""/>
        <dsp:cNvSpPr/>
      </dsp:nvSpPr>
      <dsp:spPr>
        <a:xfrm rot="21569057">
          <a:off x="2350485" y="903624"/>
          <a:ext cx="456462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350488" y="1010145"/>
        <a:ext cx="319523" cy="317716"/>
      </dsp:txXfrm>
    </dsp:sp>
    <dsp:sp modelId="{ACF5DEC8-EF79-446B-BFA6-D89200151D8C}">
      <dsp:nvSpPr>
        <dsp:cNvPr id="0" name=""/>
        <dsp:cNvSpPr/>
      </dsp:nvSpPr>
      <dsp:spPr>
        <a:xfrm>
          <a:off x="2996406" y="484436"/>
          <a:ext cx="2135187" cy="1341164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Familiarisation,  staff enthusiasm and subtle cues </a:t>
          </a:r>
          <a:endParaRPr lang="en-US" sz="1800" kern="1200" dirty="0"/>
        </a:p>
      </dsp:txBody>
      <dsp:txXfrm>
        <a:off x="3035687" y="523717"/>
        <a:ext cx="2056625" cy="1262602"/>
      </dsp:txXfrm>
    </dsp:sp>
    <dsp:sp modelId="{8BD8C525-E64F-4F34-9013-CF952E69C910}">
      <dsp:nvSpPr>
        <dsp:cNvPr id="0" name=""/>
        <dsp:cNvSpPr/>
      </dsp:nvSpPr>
      <dsp:spPr>
        <a:xfrm>
          <a:off x="5345112" y="890255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5345112" y="996160"/>
        <a:ext cx="316861" cy="317716"/>
      </dsp:txXfrm>
    </dsp:sp>
    <dsp:sp modelId="{E2ADA9CD-9487-4931-9DD2-1D778B9F72F5}">
      <dsp:nvSpPr>
        <dsp:cNvPr id="0" name=""/>
        <dsp:cNvSpPr/>
      </dsp:nvSpPr>
      <dsp:spPr>
        <a:xfrm>
          <a:off x="5985668" y="484436"/>
          <a:ext cx="2135187" cy="1341164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Increasing time and frequency</a:t>
          </a:r>
          <a:endParaRPr lang="en-US" sz="1800" kern="1200" dirty="0"/>
        </a:p>
      </dsp:txBody>
      <dsp:txXfrm>
        <a:off x="6024949" y="523717"/>
        <a:ext cx="2056625" cy="12626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D3544-E44E-4F94-92C7-FBF997D7F9D4}">
      <dsp:nvSpPr>
        <dsp:cNvPr id="0" name=""/>
        <dsp:cNvSpPr/>
      </dsp:nvSpPr>
      <dsp:spPr>
        <a:xfrm>
          <a:off x="3" y="540225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Staff</a:t>
          </a:r>
          <a:r>
            <a:rPr lang="en-US" sz="2400" kern="1200" baseline="0" dirty="0" smtClean="0"/>
            <a:t> to eat their lunch in the car</a:t>
          </a:r>
          <a:endParaRPr lang="en-US" sz="2400" kern="1200" dirty="0"/>
        </a:p>
      </dsp:txBody>
      <dsp:txXfrm>
        <a:off x="37525" y="577747"/>
        <a:ext cx="2060143" cy="1206068"/>
      </dsp:txXfrm>
    </dsp:sp>
    <dsp:sp modelId="{988A3A90-5292-43FD-BC6B-2C7BB1B6AAEC}">
      <dsp:nvSpPr>
        <dsp:cNvPr id="0" name=""/>
        <dsp:cNvSpPr/>
      </dsp:nvSpPr>
      <dsp:spPr>
        <a:xfrm rot="21570443">
          <a:off x="2350486" y="903025"/>
          <a:ext cx="456460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2350489" y="1009519"/>
        <a:ext cx="319522" cy="317716"/>
      </dsp:txXfrm>
    </dsp:sp>
    <dsp:sp modelId="{ACF5DEC8-EF79-446B-BFA6-D89200151D8C}">
      <dsp:nvSpPr>
        <dsp:cNvPr id="0" name=""/>
        <dsp:cNvSpPr/>
      </dsp:nvSpPr>
      <dsp:spPr>
        <a:xfrm>
          <a:off x="2996406" y="514462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Staff open service user’s lunch bag</a:t>
          </a:r>
          <a:endParaRPr lang="en-US" sz="2400" kern="1200" dirty="0"/>
        </a:p>
      </dsp:txBody>
      <dsp:txXfrm>
        <a:off x="3033928" y="551984"/>
        <a:ext cx="2060143" cy="1206068"/>
      </dsp:txXfrm>
    </dsp:sp>
    <dsp:sp modelId="{8BD8C525-E64F-4F34-9013-CF952E69C910}">
      <dsp:nvSpPr>
        <dsp:cNvPr id="0" name=""/>
        <dsp:cNvSpPr/>
      </dsp:nvSpPr>
      <dsp:spPr>
        <a:xfrm>
          <a:off x="5345112" y="890255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5345112" y="996160"/>
        <a:ext cx="316861" cy="317716"/>
      </dsp:txXfrm>
    </dsp:sp>
    <dsp:sp modelId="{E2ADA9CD-9487-4931-9DD2-1D778B9F72F5}">
      <dsp:nvSpPr>
        <dsp:cNvPr id="0" name=""/>
        <dsp:cNvSpPr/>
      </dsp:nvSpPr>
      <dsp:spPr>
        <a:xfrm>
          <a:off x="5985668" y="514462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Staff exit the car and allow privacy</a:t>
          </a:r>
          <a:endParaRPr lang="en-US" sz="2400" kern="1200" dirty="0"/>
        </a:p>
      </dsp:txBody>
      <dsp:txXfrm>
        <a:off x="6023190" y="551984"/>
        <a:ext cx="2060143" cy="12060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D3544-E44E-4F94-92C7-FBF997D7F9D4}">
      <dsp:nvSpPr>
        <dsp:cNvPr id="0" name=""/>
        <dsp:cNvSpPr/>
      </dsp:nvSpPr>
      <dsp:spPr>
        <a:xfrm>
          <a:off x="3" y="540225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Key words </a:t>
          </a:r>
          <a:endParaRPr lang="en-US" sz="2900" kern="1200" dirty="0"/>
        </a:p>
      </dsp:txBody>
      <dsp:txXfrm>
        <a:off x="37525" y="577747"/>
        <a:ext cx="2060143" cy="1206068"/>
      </dsp:txXfrm>
    </dsp:sp>
    <dsp:sp modelId="{988A3A90-5292-43FD-BC6B-2C7BB1B6AAEC}">
      <dsp:nvSpPr>
        <dsp:cNvPr id="0" name=""/>
        <dsp:cNvSpPr/>
      </dsp:nvSpPr>
      <dsp:spPr>
        <a:xfrm rot="21570443">
          <a:off x="2350486" y="903025"/>
          <a:ext cx="456460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2350489" y="1009519"/>
        <a:ext cx="319522" cy="317716"/>
      </dsp:txXfrm>
    </dsp:sp>
    <dsp:sp modelId="{ACF5DEC8-EF79-446B-BFA6-D89200151D8C}">
      <dsp:nvSpPr>
        <dsp:cNvPr id="0" name=""/>
        <dsp:cNvSpPr/>
      </dsp:nvSpPr>
      <dsp:spPr>
        <a:xfrm>
          <a:off x="2996406" y="514462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Encouraging choice</a:t>
          </a:r>
          <a:endParaRPr lang="en-US" sz="2900" kern="1200" dirty="0"/>
        </a:p>
      </dsp:txBody>
      <dsp:txXfrm>
        <a:off x="3033928" y="551984"/>
        <a:ext cx="2060143" cy="1206068"/>
      </dsp:txXfrm>
    </dsp:sp>
    <dsp:sp modelId="{8BD8C525-E64F-4F34-9013-CF952E69C910}">
      <dsp:nvSpPr>
        <dsp:cNvPr id="0" name=""/>
        <dsp:cNvSpPr/>
      </dsp:nvSpPr>
      <dsp:spPr>
        <a:xfrm>
          <a:off x="5345112" y="890255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200" kern="1200"/>
        </a:p>
      </dsp:txBody>
      <dsp:txXfrm>
        <a:off x="5345112" y="996160"/>
        <a:ext cx="316861" cy="317716"/>
      </dsp:txXfrm>
    </dsp:sp>
    <dsp:sp modelId="{E2ADA9CD-9487-4931-9DD2-1D778B9F72F5}">
      <dsp:nvSpPr>
        <dsp:cNvPr id="0" name=""/>
        <dsp:cNvSpPr/>
      </dsp:nvSpPr>
      <dsp:spPr>
        <a:xfrm>
          <a:off x="5985668" y="514462"/>
          <a:ext cx="2135187" cy="1281112"/>
        </a:xfrm>
        <a:prstGeom prst="roundRect">
          <a:avLst>
            <a:gd name="adj" fmla="val 10000"/>
          </a:avLst>
        </a:prstGeom>
        <a:solidFill>
          <a:srgbClr val="DB39B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Tone of Voice </a:t>
          </a:r>
          <a:endParaRPr lang="en-US" sz="2900" kern="1200" dirty="0"/>
        </a:p>
      </dsp:txBody>
      <dsp:txXfrm>
        <a:off x="6023190" y="551984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F26E66FF-7164-4F70-A5F8-CCB7B4890F08}" type="datetimeFigureOut">
              <a:rPr lang="en-GB" smtClean="0"/>
              <a:t>14/11/2019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8"/>
            <a:ext cx="3037840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8"/>
            <a:ext cx="3037840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A5A74D0C-6516-41E9-8298-634A3B1600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3775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72218-78F9-2F4B-B5CC-95EE99BB6A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11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C68AF4-E651-004A-A2BD-4B7299B478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5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5D6E6F-4B56-FB49-AC11-B09FC9A850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6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57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D906-4661-7243-A4D7-58D7ED055B7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197429" y="2091191"/>
            <a:ext cx="6553200" cy="1457551"/>
          </a:xfrm>
          <a:prstGeom prst="rect">
            <a:avLst/>
          </a:prstGeo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PDA: Adult Services Best Practice 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6CDF6-574E-9E4C-B476-C9E09EEDD6A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97429" y="3765323"/>
            <a:ext cx="6879771" cy="191701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 case study from Cardiff Outreach Service </a:t>
            </a:r>
            <a:endParaRPr lang="en-US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39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What am I going to  talk about?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1199606" y="2052958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Introduction </a:t>
            </a: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 history  </a:t>
            </a: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Back to School </a:t>
            </a: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Social Experience</a:t>
            </a: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Challenges </a:t>
            </a: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Flexibility </a:t>
            </a: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Communication</a:t>
            </a: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Where are we now? </a:t>
            </a:r>
          </a:p>
          <a:p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86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Introduction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8" y="1804764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Welcome! </a:t>
            </a:r>
          </a:p>
          <a:p>
            <a:pPr marL="0" indent="0">
              <a:buNone/>
            </a:pPr>
            <a:endParaRPr lang="en-US" sz="2400" b="1" u="sng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 little bit about me</a:t>
            </a:r>
          </a:p>
          <a:p>
            <a:endParaRPr lang="en-US" sz="2400" b="1" u="sng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NAS </a:t>
            </a:r>
            <a:r>
              <a:rPr lang="en-US" sz="2400" dirty="0" err="1" smtClean="0">
                <a:solidFill>
                  <a:srgbClr val="4203BF"/>
                </a:solidFill>
                <a:latin typeface="Century Gothic" panose="020B0502020202020204" pitchFamily="34" charset="0"/>
              </a:rPr>
              <a:t>Cymru</a:t>
            </a:r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 </a:t>
            </a:r>
          </a:p>
          <a:p>
            <a:endParaRPr lang="en-US" sz="2400" b="1" u="sng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r>
              <a:rPr lang="en-US" sz="24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Brief presentation outline</a:t>
            </a:r>
            <a:r>
              <a:rPr lang="en-US" sz="24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 </a:t>
            </a:r>
          </a:p>
          <a:p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65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53143" y="2420897"/>
            <a:ext cx="992777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  </a:t>
            </a:r>
            <a:endParaRPr lang="en-US" sz="60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1199606" y="2052958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3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History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1068976" y="2659772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13 years old</a:t>
            </a:r>
          </a:p>
          <a:p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Lives with her mum and sister </a:t>
            </a:r>
          </a:p>
          <a:p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 Bubbly and cheeky personality</a:t>
            </a:r>
          </a:p>
          <a:p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Diagnosis of Autism, Tourette's Syndrome, OCD and has a PDA Profile. </a:t>
            </a: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1068977" y="1582696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*I will not be referring to my case study using her name as we would like to keep her anonymous.* </a:t>
            </a:r>
          </a:p>
          <a:p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endParaRPr lang="en-US" sz="1800" b="1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History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8" y="1480283"/>
            <a:ext cx="7935685" cy="3746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January 2018: </a:t>
            </a: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26588096"/>
              </p:ext>
            </p:extLst>
          </p:nvPr>
        </p:nvGraphicFramePr>
        <p:xfrm>
          <a:off x="1731555" y="108542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23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History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8" y="1480283"/>
            <a:ext cx="7935685" cy="3746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January 2018: </a:t>
            </a: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16570493"/>
              </p:ext>
            </p:extLst>
          </p:nvPr>
        </p:nvGraphicFramePr>
        <p:xfrm>
          <a:off x="1972491" y="1258389"/>
          <a:ext cx="7625806" cy="4875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316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History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8" y="1480283"/>
            <a:ext cx="7935685" cy="3746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January 2018: </a:t>
            </a: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404898174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629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2079172" y="2805295"/>
            <a:ext cx="795310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School Needs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88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831886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Back to School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833846" y="1491255"/>
            <a:ext cx="7935685" cy="17352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Using the remote in a game of hide and seek- increase the distance required to find the remote. This will slowly include going outside, in the car and then to school. </a:t>
            </a: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Aim: Create a new routine which includes going to school. </a:t>
            </a: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3846" y="3540034"/>
            <a:ext cx="66250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203BF"/>
                </a:solidFill>
                <a:latin typeface="Century Gothic" panose="020B0502020202020204" pitchFamily="34" charset="0"/>
              </a:rPr>
              <a:t>Step 1: Build Trust </a:t>
            </a:r>
          </a:p>
          <a:p>
            <a:r>
              <a:rPr lang="en-US" dirty="0">
                <a:solidFill>
                  <a:srgbClr val="4203BF"/>
                </a:solidFill>
                <a:latin typeface="Century Gothic" panose="020B0502020202020204" pitchFamily="34" charset="0"/>
              </a:rPr>
              <a:t>Step 2: Introduce game of Hide and Seek </a:t>
            </a:r>
          </a:p>
          <a:p>
            <a:r>
              <a:rPr lang="en-US" dirty="0">
                <a:solidFill>
                  <a:srgbClr val="4203BF"/>
                </a:solidFill>
                <a:latin typeface="Century Gothic" panose="020B0502020202020204" pitchFamily="34" charset="0"/>
              </a:rPr>
              <a:t>Step 3:  Increase the distance of hide and seek </a:t>
            </a:r>
          </a:p>
          <a:p>
            <a:r>
              <a:rPr lang="en-US" dirty="0">
                <a:solidFill>
                  <a:srgbClr val="4203BF"/>
                </a:solidFill>
                <a:latin typeface="Century Gothic" panose="020B0502020202020204" pitchFamily="34" charset="0"/>
              </a:rPr>
              <a:t>Step 4: Increase game to include school</a:t>
            </a:r>
          </a:p>
          <a:p>
            <a:r>
              <a:rPr lang="en-US" dirty="0">
                <a:solidFill>
                  <a:srgbClr val="4203BF"/>
                </a:solidFill>
                <a:latin typeface="Century Gothic" panose="020B0502020202020204" pitchFamily="34" charset="0"/>
              </a:rPr>
              <a:t>Step 5: Support in school as a t</a:t>
            </a:r>
            <a:r>
              <a:rPr lang="en-US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ransition </a:t>
            </a:r>
            <a:r>
              <a:rPr lang="en-US" dirty="0">
                <a:solidFill>
                  <a:srgbClr val="4203BF"/>
                </a:solidFill>
                <a:latin typeface="Century Gothic" panose="020B0502020202020204" pitchFamily="34" charset="0"/>
              </a:rPr>
              <a:t>period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80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1595847" y="2667568"/>
            <a:ext cx="914182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Social Experience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3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7" y="545421"/>
            <a:ext cx="8697686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Social Experience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7" y="1543507"/>
            <a:ext cx="7935685" cy="5857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Aim: To widen the social experience for our case study. </a:t>
            </a: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7" y="1543507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Aim: To widen the social experience for our case study. </a:t>
            </a: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6" y="2300630"/>
            <a:ext cx="7935685" cy="6123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Day 1: Trampolining </a:t>
            </a: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32221406"/>
              </p:ext>
            </p:extLst>
          </p:nvPr>
        </p:nvGraphicFramePr>
        <p:xfrm>
          <a:off x="1488803" y="116380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794656" y="5405236"/>
            <a:ext cx="7935685" cy="6123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What did we learn? </a:t>
            </a: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29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7" y="545421"/>
            <a:ext cx="8493033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Social Experience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7" y="1702873"/>
            <a:ext cx="7935685" cy="6123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Day 2: Trampolining </a:t>
            </a: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920297096"/>
              </p:ext>
            </p:extLst>
          </p:nvPr>
        </p:nvGraphicFramePr>
        <p:xfrm>
          <a:off x="352334" y="2376541"/>
          <a:ext cx="8128000" cy="200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9496621" y="2700696"/>
            <a:ext cx="2135187" cy="1281112"/>
            <a:chOff x="7143" y="2068777"/>
            <a:chExt cx="2135187" cy="1281112"/>
          </a:xfrm>
        </p:grpSpPr>
        <p:sp>
          <p:nvSpPr>
            <p:cNvPr id="9" name="Rounded Rectangle 8"/>
            <p:cNvSpPr/>
            <p:nvPr/>
          </p:nvSpPr>
          <p:spPr>
            <a:xfrm>
              <a:off x="7143" y="2068777"/>
              <a:ext cx="2135187" cy="1281112"/>
            </a:xfrm>
            <a:prstGeom prst="roundRect">
              <a:avLst>
                <a:gd name="adj" fmla="val 10000"/>
              </a:avLst>
            </a:prstGeom>
            <a:solidFill>
              <a:srgbClr val="DB39B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 txBox="1"/>
            <p:nvPr/>
          </p:nvSpPr>
          <p:spPr>
            <a:xfrm>
              <a:off x="44665" y="2106299"/>
              <a:ext cx="2060143" cy="12060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00" kern="1200" dirty="0" smtClean="0"/>
                <a:t>Staff Stand outside the car. </a:t>
              </a:r>
              <a:endParaRPr lang="en-US" sz="1900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8760237" y="3076489"/>
            <a:ext cx="456481" cy="529526"/>
            <a:chOff x="5346880" y="2425646"/>
            <a:chExt cx="456481" cy="529526"/>
          </a:xfrm>
        </p:grpSpPr>
        <p:sp>
          <p:nvSpPr>
            <p:cNvPr id="12" name="Right Arrow 11"/>
            <p:cNvSpPr/>
            <p:nvPr/>
          </p:nvSpPr>
          <p:spPr>
            <a:xfrm rot="21556952">
              <a:off x="5346880" y="2425646"/>
              <a:ext cx="456481" cy="52952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ight Arrow 4"/>
            <p:cNvSpPr txBox="1"/>
            <p:nvPr/>
          </p:nvSpPr>
          <p:spPr>
            <a:xfrm rot="21556952">
              <a:off x="5346885" y="2532408"/>
              <a:ext cx="319537" cy="3177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500" kern="1200"/>
            </a:p>
          </p:txBody>
        </p:sp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544650" y="4702976"/>
            <a:ext cx="7737202" cy="18023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Allow processing time and reduce all demands. (Recognising that silence may also be a demand)  </a:t>
            </a: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91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Challenges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938349" y="1569632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Challenge 1: Leaving the trampoline</a:t>
            </a:r>
          </a:p>
          <a:p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Strategy: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Indirect demands and subtle cues. </a:t>
            </a: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233172110"/>
              </p:ext>
            </p:extLst>
          </p:nvPr>
        </p:nvGraphicFramePr>
        <p:xfrm>
          <a:off x="842191" y="3083879"/>
          <a:ext cx="8128000" cy="2310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068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Challenges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938349" y="1569632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Challenge 2: Getting out of the car</a:t>
            </a:r>
          </a:p>
          <a:p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 1</a:t>
            </a: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- Lets go home! </a:t>
            </a: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 2-</a:t>
            </a: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 Lets go ‘Click’!</a:t>
            </a:r>
          </a:p>
          <a:p>
            <a:pPr marL="0" indent="0">
              <a:buNone/>
            </a:pPr>
            <a:endParaRPr lang="en-US" sz="1800" b="1" u="sng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 3: </a:t>
            </a: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 Race </a:t>
            </a:r>
          </a:p>
          <a:p>
            <a:pPr marL="0" indent="0">
              <a:buNone/>
            </a:pPr>
            <a:endParaRPr lang="en-US" sz="1800" b="1" u="sng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 4:</a:t>
            </a:r>
            <a:r>
              <a:rPr lang="en-US" sz="1800" b="1" dirty="0">
                <a:solidFill>
                  <a:srgbClr val="4203BF"/>
                </a:solidFill>
                <a:latin typeface="Century Gothic" panose="020B0502020202020204" pitchFamily="34" charset="0"/>
              </a:rPr>
              <a:t> </a:t>
            </a: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“I can’t get out!” </a:t>
            </a: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11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2431869" y="225069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Flexibility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2218509" y="2968013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22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94453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Flexibility 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738415" y="1525745"/>
            <a:ext cx="7935685" cy="18525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Activities</a:t>
            </a:r>
            <a:r>
              <a:rPr lang="en-US" sz="2400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203BF"/>
                </a:solidFill>
                <a:latin typeface="Century Gothic" panose="020B0502020202020204" pitchFamily="34" charset="0"/>
              </a:rPr>
              <a:t>Aim: Increase the amount of social activities we attend</a:t>
            </a: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7" y="2568677"/>
            <a:ext cx="1186542" cy="427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</a:t>
            </a: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25567179"/>
              </p:ext>
            </p:extLst>
          </p:nvPr>
        </p:nvGraphicFramePr>
        <p:xfrm>
          <a:off x="642258" y="2884531"/>
          <a:ext cx="8128000" cy="2310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257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722158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Flexibility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781596" y="1545595"/>
            <a:ext cx="7935685" cy="151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Food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Aim: To encourage eating food whilst with staff to allow for longer respite for family. </a:t>
            </a: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642259" y="2914753"/>
            <a:ext cx="1186542" cy="427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</a:t>
            </a: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229747171"/>
              </p:ext>
            </p:extLst>
          </p:nvPr>
        </p:nvGraphicFramePr>
        <p:xfrm>
          <a:off x="781596" y="2891761"/>
          <a:ext cx="8128000" cy="2310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880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1961606" y="2818358"/>
            <a:ext cx="8493033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Communication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1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8776062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Communication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938349" y="1700261"/>
            <a:ext cx="7935685" cy="520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Now and Next System</a:t>
            </a: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153595"/>
              </p:ext>
            </p:extLst>
          </p:nvPr>
        </p:nvGraphicFramePr>
        <p:xfrm>
          <a:off x="1945957" y="2347980"/>
          <a:ext cx="7019925" cy="23399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9975">
                  <a:extLst>
                    <a:ext uri="{9D8B030D-6E8A-4147-A177-3AD203B41FA5}">
                      <a16:colId xmlns:a16="http://schemas.microsoft.com/office/drawing/2014/main" val="2496243304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3286820075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938512304"/>
                    </a:ext>
                  </a:extLst>
                </a:gridCol>
              </a:tblGrid>
              <a:tr h="2339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NOW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NEXT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effectLst/>
                        </a:rPr>
                        <a:t>THEN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145290"/>
                  </a:ext>
                </a:extLst>
              </a:tr>
            </a:tbl>
          </a:graphicData>
        </a:graphic>
      </p:graphicFrame>
      <p:sp>
        <p:nvSpPr>
          <p:cNvPr id="5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938348" y="5380653"/>
            <a:ext cx="7935685" cy="520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What did we learn? </a:t>
            </a: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49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642258" y="545421"/>
            <a:ext cx="8749936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Communication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938349" y="1569632"/>
            <a:ext cx="1556657" cy="4289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Strategy </a:t>
            </a: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850725476"/>
              </p:ext>
            </p:extLst>
          </p:nvPr>
        </p:nvGraphicFramePr>
        <p:xfrm>
          <a:off x="656410" y="1569632"/>
          <a:ext cx="8128000" cy="2310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A0D49F9E-9270-8E40-9289-E925B6766956}"/>
              </a:ext>
            </a:extLst>
          </p:cNvPr>
          <p:cNvSpPr txBox="1">
            <a:spLocks/>
          </p:cNvSpPr>
          <p:nvPr/>
        </p:nvSpPr>
        <p:spPr>
          <a:xfrm>
            <a:off x="481149" y="3879669"/>
            <a:ext cx="7935685" cy="19986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u="sng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Progress to date</a:t>
            </a: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Counting </a:t>
            </a: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Asking for help</a:t>
            </a: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Requesting Specific songs to play </a:t>
            </a: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Singing </a:t>
            </a:r>
          </a:p>
          <a:p>
            <a:r>
              <a:rPr lang="en-US" sz="1800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 Identifying colours </a:t>
            </a: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01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1164773" y="2700795"/>
            <a:ext cx="10186851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Case Study: Where are we now?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1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5656-2E08-C240-815D-F26127C1A131}"/>
              </a:ext>
            </a:extLst>
          </p:cNvPr>
          <p:cNvSpPr txBox="1">
            <a:spLocks/>
          </p:cNvSpPr>
          <p:nvPr/>
        </p:nvSpPr>
        <p:spPr>
          <a:xfrm>
            <a:off x="2693126" y="2152152"/>
            <a:ext cx="6111240" cy="7173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Thank you</a:t>
            </a:r>
          </a:p>
          <a:p>
            <a:pPr algn="ctr"/>
            <a:endParaRPr lang="en-US" b="1" dirty="0" smtClean="0">
              <a:solidFill>
                <a:srgbClr val="4203BF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en-US" b="1" dirty="0" smtClean="0">
                <a:solidFill>
                  <a:srgbClr val="4203BF"/>
                </a:solidFill>
                <a:latin typeface="Century Gothic" panose="020B0502020202020204" pitchFamily="34" charset="0"/>
              </a:rPr>
              <a:t>Any Questions? </a:t>
            </a:r>
            <a:endParaRPr lang="en-US" b="1" dirty="0">
              <a:solidFill>
                <a:srgbClr val="4203B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08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E0107D4813D94FA1AD7D3314D9BA89" ma:contentTypeVersion="1" ma:contentTypeDescription="Create a new document." ma:contentTypeScope="" ma:versionID="5a0d360a7d11cacc00e757bab24753a5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6841D096-3683-42CF-B5AA-CEABE0C664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2BAE1-73ED-4B96-9E17-241262CDAE22}">
  <ds:schemaRefs>
    <ds:schemaRef ds:uri="http://schemas.microsoft.com/sharepoint/v3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2FAB3D-994D-482A-8A8F-19A5C8C57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603</Words>
  <Application>Microsoft Office PowerPoint</Application>
  <PresentationFormat>Widescreen</PresentationFormat>
  <Paragraphs>138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Century Gothic</vt:lpstr>
      <vt:lpstr>Times New Roman</vt:lpstr>
      <vt:lpstr>Office Theme</vt:lpstr>
      <vt:lpstr>PDA: Adult Services Best Practice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Write your title of your presentation here</dc:title>
  <dc:creator>Lisa Jo Robinson</dc:creator>
  <cp:lastModifiedBy>Janet Matthews</cp:lastModifiedBy>
  <cp:revision>41</cp:revision>
  <cp:lastPrinted>2019-11-12T11:08:40Z</cp:lastPrinted>
  <dcterms:created xsi:type="dcterms:W3CDTF">2018-09-21T15:04:16Z</dcterms:created>
  <dcterms:modified xsi:type="dcterms:W3CDTF">2019-11-14T08:22:19Z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0x010100D6E0107D4813D94FA1AD7D3314D9BA89</vt:lpwstr>
  </property>
  <property fmtid="{D5CDD505-2E9C-101B-9397-08002B2CF9AE}" pid="3" name="TemplateUrl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xd_Signature">
    <vt:bool>false</vt:bool>
  </property>
  <property fmtid="{D5CDD505-2E9C-101B-9397-08002B2CF9AE}" pid="7" name="xd_ProgID">
    <vt:lpwstr/>
  </property>
</Properties>
</file>